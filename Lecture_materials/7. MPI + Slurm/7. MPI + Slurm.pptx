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  <p:sldMasterId id="2147483686" r:id="rId2"/>
    <p:sldMasterId id="2147483672" r:id="rId3"/>
    <p:sldMasterId id="2147483688" r:id="rId4"/>
  </p:sldMasterIdLst>
  <p:notesMasterIdLst>
    <p:notesMasterId r:id="rId12"/>
  </p:notesMasterIdLst>
  <p:sldIdLst>
    <p:sldId id="258" r:id="rId5"/>
    <p:sldId id="273" r:id="rId6"/>
    <p:sldId id="280" r:id="rId7"/>
    <p:sldId id="283" r:id="rId8"/>
    <p:sldId id="284" r:id="rId9"/>
    <p:sldId id="282" r:id="rId10"/>
    <p:sldId id="270" r:id="rId11"/>
  </p:sldIdLst>
  <p:sldSz cx="9144000" cy="5143500" type="screen16x9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2C2D"/>
    <a:srgbClr val="000000"/>
    <a:srgbClr val="F0F0F0"/>
    <a:srgbClr val="E2E2E2"/>
    <a:srgbClr val="FEBE1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952" autoAdjust="0"/>
    <p:restoredTop sz="95878" autoAdjust="0"/>
  </p:normalViewPr>
  <p:slideViewPr>
    <p:cSldViewPr snapToGrid="0" snapToObjects="1">
      <p:cViewPr varScale="1">
        <p:scale>
          <a:sx n="141" d="100"/>
          <a:sy n="141" d="100"/>
        </p:scale>
        <p:origin x="930" y="120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6D0B49E-D587-4D05-9A27-3AEC5171794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Calibri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A050D4-E039-465F-B72C-CC8A7311291F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0B6880E2-0A2B-40C6-A465-19E434308345}" type="datetimeFigureOut">
              <a:rPr lang="en-US" altLang="en-US"/>
              <a:pPr/>
              <a:t>9/3/2025</a:t>
            </a:fld>
            <a:endParaRPr lang="en-US" alt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C262D0BC-2A47-4A32-B613-836DCCE55E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7E6856CD-48CD-4489-9149-0CA79815BD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952676-18C4-4D23-A85D-54CD22CC0E1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Calibri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DAF1E0-10D3-45CC-9D1A-9C40A314A5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D0AC947F-BBC7-4FDB-A6DB-1EC6A7310C3B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C947F-BBC7-4FDB-A6DB-1EC6A7310C3B}" type="slidenum">
              <a:rPr lang="en-US" altLang="en-US" smtClean="0"/>
              <a:pPr/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521042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C947F-BBC7-4FDB-A6DB-1EC6A7310C3B}" type="slidenum">
              <a:rPr lang="en-US" altLang="en-US" smtClean="0"/>
              <a:pPr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345540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C947F-BBC7-4FDB-A6DB-1EC6A7310C3B}" type="slidenum">
              <a:rPr lang="en-US" altLang="en-US" smtClean="0"/>
              <a:pPr/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672977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C947F-BBC7-4FDB-A6DB-1EC6A7310C3B}" type="slidenum">
              <a:rPr lang="en-US" altLang="en-US" smtClean="0"/>
              <a:pPr/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805515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C947F-BBC7-4FDB-A6DB-1EC6A7310C3B}" type="slidenum">
              <a:rPr lang="en-US" altLang="en-US" smtClean="0"/>
              <a:pPr/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258239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8613"/>
            <a:ext cx="7772400" cy="11017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60B012-42FE-4328-9FB6-F8C4D01A1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992C0B0-3253-496F-8124-7E81195BA64D}" type="datetimeFigureOut">
              <a:rPr lang="en-US" altLang="en-US"/>
              <a:pPr/>
              <a:t>9/3/2025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6EBDA0-2D55-463E-A486-744B238EF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727C8F-357F-462A-82A0-4765AF4F8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33D8A8-F2D3-44C8-AF5B-B8299F74FD3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228409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8613"/>
            <a:ext cx="7772400" cy="11017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E475F7-4137-429F-9827-C9A764B91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72CCDD4-4AB9-4E77-8FAC-13CF81C47959}" type="datetimeFigureOut">
              <a:rPr lang="en-US" altLang="en-US"/>
              <a:pPr/>
              <a:t>9/3/2025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04FEA6-E86D-49B8-B6AA-F5444889D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139C33-77E9-4C5F-987D-92C7DC231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B014F7D-FE77-4C35-B12B-B3A0E48DC78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49725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8613"/>
            <a:ext cx="7772400" cy="11017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E6781B-BAA1-4CB9-8D16-CF2475C8D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949351B-3F09-4C7F-8A50-E94F71321DC9}" type="datetimeFigureOut">
              <a:rPr lang="en-US" altLang="en-US"/>
              <a:pPr/>
              <a:t>9/3/2025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EAFE42-633F-4814-8643-0BF0D5F2C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59F8D0-2E51-48B8-9B98-AC0257EDD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652EDC3-3130-4817-B015-0A31BE8CD6B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43753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DBAFDC-910F-42F5-9888-172B18A79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5E8ED03-BED0-4F3E-BD78-34BBCB33A5F6}" type="datetimeFigureOut">
              <a:rPr lang="en-US" altLang="en-US"/>
              <a:pPr/>
              <a:t>9/3/2025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9F34F3-1B3F-442D-9AA3-3379F16FD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02C771-AE13-417D-9EFD-DAB959F76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7822747-9FE7-4527-94B2-BB16637BC07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081369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5"/>
            <a:ext cx="7772400" cy="10223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79638"/>
            <a:ext cx="7772400" cy="112553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5CB8DD-A668-411E-B28D-94B8DB44E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163B8E6-B207-4E3D-98FD-4DC247BD3AAA}" type="datetimeFigureOut">
              <a:rPr lang="en-US" altLang="en-US"/>
              <a:pPr/>
              <a:t>9/3/2025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CABEA2-2235-4C9E-AD6D-7150DAA4D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62034D-C826-4DEF-8102-1CAB1D99C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2026927-2716-4099-924D-7679E7DDB14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85061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0"/>
            <a:ext cx="4038600" cy="3394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0"/>
            <a:ext cx="4038600" cy="3394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6631FA01-E2BB-45BC-A717-4D5CF7835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CC482DA-2221-4B41-9A3B-2975C7CF4382}" type="datetimeFigureOut">
              <a:rPr lang="en-US" altLang="en-US"/>
              <a:pPr/>
              <a:t>9/3/2025</a:t>
            </a:fld>
            <a:endParaRPr lang="en-US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0C32F0D1-80F9-4F76-ABBF-BA02A9306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45B83B4-F39C-4CD9-AAF4-FFB7A8C1B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EF9B07D-761B-4C4F-BE77-161609DB59F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366597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0938"/>
            <a:ext cx="4040188" cy="4810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950"/>
            <a:ext cx="4040188" cy="29622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150938"/>
            <a:ext cx="4041775" cy="4810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631950"/>
            <a:ext cx="4041775" cy="29622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60FF6EF5-BAE3-4020-932B-F6D5EC75F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EF7CE34-7A3A-4549-9860-485C21484BFD}" type="datetimeFigureOut">
              <a:rPr lang="en-US" altLang="en-US"/>
              <a:pPr/>
              <a:t>9/3/2025</a:t>
            </a:fld>
            <a:endParaRPr lang="en-US" alt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CB85126A-A74C-4FBC-9D7D-A4D5763C4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91D82D7-2B8A-466F-BB4E-9810EFA59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6C3E10-9CF0-4AD2-AABB-7D669AAF374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241018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5DF8B361-5F7C-4DFA-BFF9-C202F5FDD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30D67D1-57DC-4F9D-BAA3-85BE1639ED2E}" type="datetimeFigureOut">
              <a:rPr lang="en-US" altLang="en-US"/>
              <a:pPr/>
              <a:t>9/3/2025</a:t>
            </a:fld>
            <a:endParaRPr lang="en-US" alt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4A0545F0-089F-41C6-A9CF-E6DDE48D1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881C5EFA-6EC5-4D97-B52D-20918D9F9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2ABABE-5C4C-4235-A1E6-635B63BC922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19161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408DA10F-DFB8-4A17-8254-422B9683F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F3966B0-EE85-40CD-B72D-3A0659B70677}" type="datetimeFigureOut">
              <a:rPr lang="en-US" altLang="en-US"/>
              <a:pPr/>
              <a:t>9/3/2025</a:t>
            </a:fld>
            <a:endParaRPr lang="en-US" alt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0811D38D-82A4-47D0-A5CF-A811DF97C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B8BEA20-D326-48EC-88D7-CAB77F8D3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7F6ED6-6B68-481D-8D32-F6FB17210B9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491914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3008313" cy="87153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43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076325"/>
            <a:ext cx="3008313" cy="35179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46B155A8-6E64-4C57-91FA-22850CFFA4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BBA8342-8168-46D2-9286-222BDB776874}" type="datetimeFigureOut">
              <a:rPr lang="en-US" altLang="en-US"/>
              <a:pPr/>
              <a:t>9/3/2025</a:t>
            </a:fld>
            <a:endParaRPr lang="en-US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7C461010-6565-4F21-BB5F-26911C834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D06275D-D7C9-426B-AD8D-EE56A3B8C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24A3EE9-4E7C-49F1-9F9F-7E27FDC68E4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55312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60375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900"/>
            <a:ext cx="5486400" cy="6032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6184F684-30B3-4C84-8021-1760B6F15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D6583B9-C184-4857-930E-87FF06E831AF}" type="datetimeFigureOut">
              <a:rPr lang="en-US" altLang="en-US"/>
              <a:pPr/>
              <a:t>9/3/2025</a:t>
            </a:fld>
            <a:endParaRPr lang="en-US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0338765-6CE7-47D8-AE36-939F57999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C7454BE-751A-4F24-B038-9B423A220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99679F7-C118-489A-89EE-05BA6BC0680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059739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832B19-A713-48CC-82DF-E235875C5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3AAF2CD-CD50-496D-B8A2-C830B3FD90BE}" type="datetimeFigureOut">
              <a:rPr lang="en-US" altLang="en-US"/>
              <a:pPr/>
              <a:t>9/3/2025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5E6575-32BF-478F-B1BE-86690D954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B7B678-04D4-4C51-9585-720B5BFD0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E7A501-9708-49D7-92B2-5A907392083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893076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6375"/>
            <a:ext cx="2057400" cy="43878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6375"/>
            <a:ext cx="6019800" cy="43878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35F906-B2D5-495A-A3E5-B3DB1FE25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A581232-05E3-4565-A109-6D5A8552B72E}" type="datetimeFigureOut">
              <a:rPr lang="en-US" altLang="en-US"/>
              <a:pPr/>
              <a:t>9/3/2025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FEB8B-064B-4403-8E7D-A2DD5E41E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C4A211-D0CA-4BCE-B639-1CCD5560B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45BA9A-77E9-4722-8F9F-335EF1D8307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694398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8613"/>
            <a:ext cx="7772400" cy="11017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BEC957-C7BC-44B4-9197-AD427E53E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CF2F536-D103-40ED-8B0D-B042C4EA91AB}" type="datetimeFigureOut">
              <a:rPr lang="en-US" altLang="en-US"/>
              <a:pPr/>
              <a:t>9/3/2025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205E5F-F3CD-411A-8DA6-03A6C2ED0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343BA6-1F1D-426F-B2A0-64E975755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6D40BEC-2707-4B25-8FE3-4E14160686F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433407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4D32B6-69EA-4E7B-B383-06430388C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E088DB9-CE87-475F-9BDC-9D8F854536F2}" type="datetimeFigureOut">
              <a:rPr lang="en-US" altLang="en-US"/>
              <a:pPr/>
              <a:t>9/3/2025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28DFE5-B91F-4B14-94C4-E1C1CEFD7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0AEFC1-F95B-41A7-9621-100BF3573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A0B9170-B52E-4380-955A-40C81D2EFDA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097204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5"/>
            <a:ext cx="7772400" cy="10223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79638"/>
            <a:ext cx="7772400" cy="112553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34C700-6B2B-4EA9-BB96-171933FD4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F68052A-7D6C-4464-93EF-85C6D2E58478}" type="datetimeFigureOut">
              <a:rPr lang="en-US" altLang="en-US"/>
              <a:pPr/>
              <a:t>9/3/2025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0E3505-561A-4FC9-A88C-880E31D4E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1254FC-AA8D-4B1F-8DF1-26FF35BDE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70D2B2-7720-4A66-A033-0A2015E4B9C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144999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0"/>
            <a:ext cx="4038600" cy="3394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0"/>
            <a:ext cx="4038600" cy="3394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D77AAAE-D44E-4789-9154-FE2BF039A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FABCE10-49D1-45C8-B226-30A37821F1F2}" type="datetimeFigureOut">
              <a:rPr lang="en-US" altLang="en-US"/>
              <a:pPr/>
              <a:t>9/3/2025</a:t>
            </a:fld>
            <a:endParaRPr lang="en-US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0A01D367-FC72-46BB-8C91-CFEC1A359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07B59CE-BF00-4EA9-B74C-3639E2D70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2FCC4E2-F8E3-43B7-8B28-E39BC30061D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086299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0938"/>
            <a:ext cx="4040188" cy="4810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950"/>
            <a:ext cx="4040188" cy="29622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150938"/>
            <a:ext cx="4041775" cy="4810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631950"/>
            <a:ext cx="4041775" cy="29622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B8265C00-E750-44A0-94A6-7FFC9E595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D0B50DE-56E6-43E3-A451-AF04A19E1215}" type="datetimeFigureOut">
              <a:rPr lang="en-US" altLang="en-US"/>
              <a:pPr/>
              <a:t>9/3/2025</a:t>
            </a:fld>
            <a:endParaRPr lang="en-US" alt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79BD640F-10FB-4E18-B6AC-8298B075C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7D5C301-C908-44E1-8077-87659482D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841ACA7-D1B2-49AA-A1A4-FD6FA464F7C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2462624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08ABAF0C-9F83-4D76-A7EB-1D0F3F600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CAB5C65-2A43-495C-835F-33FAB82C7FAC}" type="datetimeFigureOut">
              <a:rPr lang="en-US" altLang="en-US"/>
              <a:pPr/>
              <a:t>9/3/2025</a:t>
            </a:fld>
            <a:endParaRPr lang="en-US" alt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50875962-4188-4655-B825-2D67F1A08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5806F28-B3EC-40B8-9338-5D1C06CB4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01AEE98-2AF2-477C-BC54-C6EB448B2B2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096827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EC78B922-245B-4C5A-83CB-F2FB65EF2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6F32475-3AD3-489A-B2FF-D90BFE23FB27}" type="datetimeFigureOut">
              <a:rPr lang="en-US" altLang="en-US"/>
              <a:pPr/>
              <a:t>9/3/2025</a:t>
            </a:fld>
            <a:endParaRPr lang="en-US" alt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2998CD3-20EB-4EE9-BDA0-A380C759E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8649A9E4-6F9A-4EF0-8D13-F43C2208D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80C1CB5-923B-40A5-8C27-BDDC47684A7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8424106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3008313" cy="87153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43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076325"/>
            <a:ext cx="3008313" cy="35179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C3F4DC7-F2B9-4E03-800D-CB6D42ED9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1F18691-751E-498E-A530-DD25E84AFB09}" type="datetimeFigureOut">
              <a:rPr lang="en-US" altLang="en-US"/>
              <a:pPr/>
              <a:t>9/3/2025</a:t>
            </a:fld>
            <a:endParaRPr lang="en-US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5B77A4D-AAD0-4363-9FD2-6C9849264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7AE184D-4FC7-4996-BB76-1E778EF8E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EAB45B-6660-49DE-8DED-F429E8F2C64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914868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60375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900"/>
            <a:ext cx="5486400" cy="6032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6E952CF0-B28C-4E0F-B67E-1E67AE35C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6A2B36D-D5D8-4BB4-A013-C19AEC6D3F7A}" type="datetimeFigureOut">
              <a:rPr lang="en-US" altLang="en-US"/>
              <a:pPr/>
              <a:t>9/3/2025</a:t>
            </a:fld>
            <a:endParaRPr lang="en-US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441671E-A33B-40F4-A47D-113E1154C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B8F484C-3F81-483F-84C4-93F9B2A4F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59920D4-B200-4736-A7AC-75AD36DF547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891025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C78175-FCA8-4C9B-BEAD-92522C503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E750C9E-C01E-4445-8B2D-0DC73CBB0DBF}" type="datetimeFigureOut">
              <a:rPr lang="en-US" altLang="en-US"/>
              <a:pPr/>
              <a:t>9/3/2025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DB7D6E-350C-4BDF-BE7C-3C0BCA837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F084A0-3775-4BFC-8CC9-8C86EAF0E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A94BA6D-7255-4B44-9A92-0CD21BBBC81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0710154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6375"/>
            <a:ext cx="2057400" cy="43878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6375"/>
            <a:ext cx="6019800" cy="43878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B3D65D-D3B0-4E01-AE31-71D9F016E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A77F80B-8705-4054-BDEA-F6EC28BE20FF}" type="datetimeFigureOut">
              <a:rPr lang="en-US" altLang="en-US"/>
              <a:pPr/>
              <a:t>9/3/2025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423792-72EE-49F6-B98C-35DBDB632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A4D1C8-DDBC-474F-B477-52B70ABE4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A3DEF5B-C4BA-42FC-AD5C-194992041F2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93593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image" Target="../media/image4.jpeg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>
            <a:extLst>
              <a:ext uri="{FF2B5EF4-FFF2-40B4-BE49-F238E27FC236}">
                <a16:creationId xmlns:a16="http://schemas.microsoft.com/office/drawing/2014/main" id="{4E3AAE7E-84E0-4192-8581-33D1B423911C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1" name="Text Placeholder 2">
            <a:extLst>
              <a:ext uri="{FF2B5EF4-FFF2-40B4-BE49-F238E27FC236}">
                <a16:creationId xmlns:a16="http://schemas.microsoft.com/office/drawing/2014/main" id="{3DFB29D4-AEEE-4A87-989C-13516A05399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59B34-537B-42A6-9123-06594B925E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</a:defRPr>
            </a:lvl1pPr>
          </a:lstStyle>
          <a:p>
            <a:fld id="{B54B1E2A-4348-43A3-AED5-C114B3E217BA}" type="datetimeFigureOut">
              <a:rPr lang="en-US" altLang="en-US"/>
              <a:pPr/>
              <a:t>9/3/2025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1ABAF1-8E72-4293-9768-62541AC804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smtClean="0">
                <a:solidFill>
                  <a:schemeClr val="tx1">
                    <a:tint val="75000"/>
                  </a:schemeClr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1D4CEF-99C0-469A-82F7-E19F99B6CA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B44FB8E3-8003-420B-9ACE-792D4DC8C407}" type="slidenum">
              <a:rPr lang="en-US" altLang="en-US"/>
              <a:pPr/>
              <a:t>‹#›</a:t>
            </a:fld>
            <a:endParaRPr lang="en-US" altLang="en-US"/>
          </a:p>
        </p:txBody>
      </p:sp>
      <p:pic>
        <p:nvPicPr>
          <p:cNvPr id="2055" name="Picture 6" descr="GenBackground.jpg">
            <a:extLst>
              <a:ext uri="{FF2B5EF4-FFF2-40B4-BE49-F238E27FC236}">
                <a16:creationId xmlns:a16="http://schemas.microsoft.com/office/drawing/2014/main" id="{FC891139-DE7B-4FFA-966C-BEB3D4757A6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36063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</p:sldLayoutIdLst>
  <p:txStyles>
    <p:titleStyle>
      <a:lvl1pPr algn="ctr" defTabSz="457200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MS PGothic" panose="020B0600070205080204" pitchFamily="34" charset="-128"/>
          <a:cs typeface="+mj-cs"/>
        </a:defRPr>
      </a:lvl1pPr>
      <a:lvl2pPr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2pPr>
      <a:lvl3pPr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3pPr>
      <a:lvl4pPr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4pPr>
      <a:lvl5pPr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9pPr>
    </p:titleStyle>
    <p:bodyStyle>
      <a:lvl1pPr marL="342900" indent="-342900" algn="l" defTabSz="457200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1pPr>
      <a:lvl2pPr marL="742950" indent="-285750" algn="l" defTabSz="457200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2pPr>
      <a:lvl3pPr marL="1143000" indent="-228600" algn="l" defTabSz="457200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3pPr>
      <a:lvl4pPr marL="1600200" indent="-228600" algn="l" defTabSz="457200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4pPr>
      <a:lvl5pPr marL="2057400" indent="-228600" algn="l" defTabSz="457200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Placeholder 1">
            <a:extLst>
              <a:ext uri="{FF2B5EF4-FFF2-40B4-BE49-F238E27FC236}">
                <a16:creationId xmlns:a16="http://schemas.microsoft.com/office/drawing/2014/main" id="{ACBB8FE9-3144-48E1-95CF-90D5B62FCF37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3075" name="Text Placeholder 2">
            <a:extLst>
              <a:ext uri="{FF2B5EF4-FFF2-40B4-BE49-F238E27FC236}">
                <a16:creationId xmlns:a16="http://schemas.microsoft.com/office/drawing/2014/main" id="{522E3450-16DE-4320-9333-12326883D95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A9D162-5A09-4530-B28F-231F261B78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</a:defRPr>
            </a:lvl1pPr>
          </a:lstStyle>
          <a:p>
            <a:fld id="{1489033D-2343-4DBD-93C2-500D6EFBAB34}" type="datetimeFigureOut">
              <a:rPr lang="en-US" altLang="en-US"/>
              <a:pPr/>
              <a:t>9/3/2025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CA21D-7A85-4DC2-9D2A-0D6F63854E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smtClean="0">
                <a:solidFill>
                  <a:schemeClr val="tx1">
                    <a:tint val="75000"/>
                  </a:schemeClr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D3CFC4-0EB8-4829-B813-4E231F551E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35F31E7A-8719-4737-A972-44D21473F6A1}" type="slidenum">
              <a:rPr lang="en-US" altLang="en-US"/>
              <a:pPr/>
              <a:t>‹#›</a:t>
            </a:fld>
            <a:endParaRPr lang="en-US" altLang="en-US"/>
          </a:p>
        </p:txBody>
      </p:sp>
      <p:pic>
        <p:nvPicPr>
          <p:cNvPr id="3079" name="Picture 6" descr="GenBackground2.jpg">
            <a:extLst>
              <a:ext uri="{FF2B5EF4-FFF2-40B4-BE49-F238E27FC236}">
                <a16:creationId xmlns:a16="http://schemas.microsoft.com/office/drawing/2014/main" id="{B4EC3CCC-926B-4AEB-84EC-7BA5870C4B7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36063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</p:sldLayoutIdLst>
  <p:txStyles>
    <p:titleStyle>
      <a:lvl1pPr algn="ctr" defTabSz="457200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MS PGothic" panose="020B0600070205080204" pitchFamily="34" charset="-128"/>
          <a:cs typeface="+mj-cs"/>
        </a:defRPr>
      </a:lvl1pPr>
      <a:lvl2pPr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2pPr>
      <a:lvl3pPr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3pPr>
      <a:lvl4pPr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4pPr>
      <a:lvl5pPr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9pPr>
    </p:titleStyle>
    <p:bodyStyle>
      <a:lvl1pPr marL="342900" indent="-342900" algn="l" defTabSz="457200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1pPr>
      <a:lvl2pPr marL="742950" indent="-285750" algn="l" defTabSz="457200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2pPr>
      <a:lvl3pPr marL="1143000" indent="-228600" algn="l" defTabSz="457200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3pPr>
      <a:lvl4pPr marL="1600200" indent="-228600" algn="l" defTabSz="457200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4pPr>
      <a:lvl5pPr marL="2057400" indent="-228600" algn="l" defTabSz="457200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Placeholder 1">
            <a:extLst>
              <a:ext uri="{FF2B5EF4-FFF2-40B4-BE49-F238E27FC236}">
                <a16:creationId xmlns:a16="http://schemas.microsoft.com/office/drawing/2014/main" id="{2365D9B5-E510-4476-AF80-39A6CDFE11D3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4099" name="Text Placeholder 2">
            <a:extLst>
              <a:ext uri="{FF2B5EF4-FFF2-40B4-BE49-F238E27FC236}">
                <a16:creationId xmlns:a16="http://schemas.microsoft.com/office/drawing/2014/main" id="{571DB1BA-BC1A-48ED-83C9-803FB1EEA23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990F7B-A56B-4F22-86D5-554831F8A3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</a:defRPr>
            </a:lvl1pPr>
          </a:lstStyle>
          <a:p>
            <a:fld id="{CA81765A-6E6E-4A74-961F-04D0B213FF3E}" type="datetimeFigureOut">
              <a:rPr lang="en-US" altLang="en-US"/>
              <a:pPr/>
              <a:t>9/3/2025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969F0D-B087-4ECD-B6F0-1A38908C06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smtClean="0">
                <a:solidFill>
                  <a:schemeClr val="tx1">
                    <a:tint val="75000"/>
                  </a:schemeClr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C927CA-636A-4A43-B2CE-C1AE474B0E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F733C12D-4865-425C-9522-7A1CEDE07B59}" type="slidenum">
              <a:rPr lang="en-US" altLang="en-US"/>
              <a:pPr/>
              <a:t>‹#›</a:t>
            </a:fld>
            <a:endParaRPr lang="en-US" altLang="en-US"/>
          </a:p>
        </p:txBody>
      </p:sp>
      <p:pic>
        <p:nvPicPr>
          <p:cNvPr id="4103" name="Picture 6" descr="GenBackground4.jpg">
            <a:extLst>
              <a:ext uri="{FF2B5EF4-FFF2-40B4-BE49-F238E27FC236}">
                <a16:creationId xmlns:a16="http://schemas.microsoft.com/office/drawing/2014/main" id="{C6350532-9409-45C5-99C5-F4C343268412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36063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ctr" defTabSz="457200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MS PGothic" panose="020B0600070205080204" pitchFamily="34" charset="-128"/>
          <a:cs typeface="+mj-cs"/>
        </a:defRPr>
      </a:lvl1pPr>
      <a:lvl2pPr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2pPr>
      <a:lvl3pPr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3pPr>
      <a:lvl4pPr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4pPr>
      <a:lvl5pPr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9pPr>
    </p:titleStyle>
    <p:bodyStyle>
      <a:lvl1pPr marL="342900" indent="-342900" algn="l" defTabSz="457200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1pPr>
      <a:lvl2pPr marL="742950" indent="-285750" algn="l" defTabSz="457200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2pPr>
      <a:lvl3pPr marL="1143000" indent="-228600" algn="l" defTabSz="457200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3pPr>
      <a:lvl4pPr marL="1600200" indent="-228600" algn="l" defTabSz="457200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4pPr>
      <a:lvl5pPr marL="2057400" indent="-228600" algn="l" defTabSz="457200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Placeholder 1">
            <a:extLst>
              <a:ext uri="{FF2B5EF4-FFF2-40B4-BE49-F238E27FC236}">
                <a16:creationId xmlns:a16="http://schemas.microsoft.com/office/drawing/2014/main" id="{EF40AF55-BCB0-4BA1-9984-D01391917C0F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5123" name="Text Placeholder 2">
            <a:extLst>
              <a:ext uri="{FF2B5EF4-FFF2-40B4-BE49-F238E27FC236}">
                <a16:creationId xmlns:a16="http://schemas.microsoft.com/office/drawing/2014/main" id="{060CDD73-722A-4CD1-AD2A-BD9800BB179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901FA3-A37A-403B-8273-0A0A440166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</a:defRPr>
            </a:lvl1pPr>
          </a:lstStyle>
          <a:p>
            <a:fld id="{614C501F-7830-4203-A9C5-282ECCEFC4F7}" type="datetimeFigureOut">
              <a:rPr lang="en-US" altLang="en-US"/>
              <a:pPr/>
              <a:t>9/3/2025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2565B5-80F4-4B43-89D5-2F137EA54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smtClean="0">
                <a:solidFill>
                  <a:schemeClr val="tx1">
                    <a:tint val="75000"/>
                  </a:schemeClr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CFE557-88E2-4276-A6EA-B90C3D11B8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3C97D2EA-1DDE-432A-B908-8AF4CE12B806}" type="slidenum">
              <a:rPr lang="en-US" altLang="en-US"/>
              <a:pPr/>
              <a:t>‹#›</a:t>
            </a:fld>
            <a:endParaRPr lang="en-US" altLang="en-US"/>
          </a:p>
        </p:txBody>
      </p:sp>
      <p:pic>
        <p:nvPicPr>
          <p:cNvPr id="5127" name="Picture 6" descr="GenBackground3.jpg">
            <a:extLst>
              <a:ext uri="{FF2B5EF4-FFF2-40B4-BE49-F238E27FC236}">
                <a16:creationId xmlns:a16="http://schemas.microsoft.com/office/drawing/2014/main" id="{ACFAD57C-E18D-49E8-882A-AC37538F4859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36063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txStyles>
    <p:titleStyle>
      <a:lvl1pPr algn="ctr" defTabSz="457200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MS PGothic" panose="020B0600070205080204" pitchFamily="34" charset="-128"/>
          <a:cs typeface="+mj-cs"/>
        </a:defRPr>
      </a:lvl1pPr>
      <a:lvl2pPr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2pPr>
      <a:lvl3pPr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3pPr>
      <a:lvl4pPr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4pPr>
      <a:lvl5pPr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9pPr>
    </p:titleStyle>
    <p:bodyStyle>
      <a:lvl1pPr marL="342900" indent="-342900" algn="l" defTabSz="457200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1pPr>
      <a:lvl2pPr marL="742950" indent="-285750" algn="l" defTabSz="457200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2pPr>
      <a:lvl3pPr marL="1143000" indent="-228600" algn="l" defTabSz="457200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3pPr>
      <a:lvl4pPr marL="1600200" indent="-228600" algn="l" defTabSz="457200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4pPr>
      <a:lvl5pPr marL="2057400" indent="-228600" algn="l" defTabSz="457200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Title 1">
            <a:extLst>
              <a:ext uri="{FF2B5EF4-FFF2-40B4-BE49-F238E27FC236}">
                <a16:creationId xmlns:a16="http://schemas.microsoft.com/office/drawing/2014/main" id="{9DBAF1C2-9FB6-4290-AD3E-99D6A93144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80360" y="418794"/>
            <a:ext cx="5577840" cy="1554479"/>
          </a:xfrm>
        </p:spPr>
        <p:txBody>
          <a:bodyPr/>
          <a:lstStyle/>
          <a:p>
            <a:r>
              <a:rPr lang="en-US" altLang="en-US" dirty="0">
                <a:solidFill>
                  <a:schemeClr val="bg1"/>
                </a:solidFill>
              </a:rPr>
              <a:t>CMSC 603</a:t>
            </a:r>
            <a:br>
              <a:rPr lang="en-US" altLang="en-US" dirty="0">
                <a:solidFill>
                  <a:schemeClr val="bg1"/>
                </a:solidFill>
              </a:rPr>
            </a:br>
            <a:r>
              <a:rPr lang="en-US" altLang="en-US" dirty="0">
                <a:solidFill>
                  <a:schemeClr val="bg1"/>
                </a:solidFill>
              </a:rPr>
              <a:t>High-Performance Distributed Systems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2CDDD7-DDB7-43AE-BECD-19516B258A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23260" y="2398088"/>
            <a:ext cx="4892040" cy="727710"/>
          </a:xfrm>
        </p:spPr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buFont typeface="Arial"/>
              <a:buNone/>
              <a:defRPr/>
            </a:pPr>
            <a:r>
              <a:rPr lang="en-US" dirty="0">
                <a:solidFill>
                  <a:schemeClr val="bg1"/>
                </a:solidFill>
                <a:latin typeface="+mj-lt"/>
                <a:ea typeface="+mn-ea"/>
              </a:rPr>
              <a:t>MPI + </a:t>
            </a:r>
            <a:r>
              <a:rPr lang="en-US" dirty="0" err="1">
                <a:solidFill>
                  <a:schemeClr val="bg1"/>
                </a:solidFill>
                <a:latin typeface="+mj-lt"/>
                <a:ea typeface="+mn-ea"/>
              </a:rPr>
              <a:t>Slurm</a:t>
            </a:r>
            <a:endParaRPr lang="en-US" dirty="0">
              <a:solidFill>
                <a:schemeClr val="bg1"/>
              </a:solidFill>
              <a:latin typeface="+mj-lt"/>
              <a:ea typeface="+mn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1FECE5-4D6B-49DE-9441-EFA9D6C573F0}"/>
              </a:ext>
            </a:extLst>
          </p:cNvPr>
          <p:cNvSpPr txBox="1"/>
          <p:nvPr/>
        </p:nvSpPr>
        <p:spPr>
          <a:xfrm>
            <a:off x="4783204" y="3468349"/>
            <a:ext cx="4019818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200" dirty="0">
                <a:solidFill>
                  <a:schemeClr val="bg1"/>
                </a:solidFill>
              </a:rPr>
              <a:t>Dr. Preetam Ghosh</a:t>
            </a:r>
          </a:p>
          <a:p>
            <a:pPr algn="ctr"/>
            <a:r>
              <a:rPr lang="en-US" sz="2200" dirty="0">
                <a:solidFill>
                  <a:schemeClr val="bg1"/>
                </a:solidFill>
              </a:rPr>
              <a:t>Professor</a:t>
            </a:r>
          </a:p>
          <a:p>
            <a:pPr algn="ctr"/>
            <a:r>
              <a:rPr lang="en-US" sz="2200" dirty="0">
                <a:solidFill>
                  <a:schemeClr val="bg1"/>
                </a:solidFill>
              </a:rPr>
              <a:t>Department of Computer Science</a:t>
            </a:r>
          </a:p>
          <a:p>
            <a:pPr algn="ctr"/>
            <a:r>
              <a:rPr lang="en-US" sz="2200" dirty="0">
                <a:solidFill>
                  <a:schemeClr val="bg1"/>
                </a:solidFill>
              </a:rPr>
              <a:t>pghosh@vcu.edu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E4B6166-A84E-440F-BFE6-D888E26BB365}"/>
              </a:ext>
            </a:extLst>
          </p:cNvPr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gradFill flip="none" rotWithShape="1">
            <a:gsLst>
              <a:gs pos="0">
                <a:srgbClr val="E2E2E2"/>
              </a:gs>
              <a:gs pos="100000">
                <a:srgbClr val="F0F0F0"/>
              </a:gs>
            </a:gsLst>
            <a:lin ang="2700000" scaled="1"/>
            <a:tileRect/>
          </a:gra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80F5CDC-2F1F-47D3-8C33-2E4B68C75AF9}"/>
              </a:ext>
            </a:extLst>
          </p:cNvPr>
          <p:cNvSpPr txBox="1"/>
          <p:nvPr/>
        </p:nvSpPr>
        <p:spPr>
          <a:xfrm>
            <a:off x="238125" y="43934"/>
            <a:ext cx="18437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CMSC 603 - HPDS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A47622-3DC7-4A46-9871-79EAF68D98E5}"/>
              </a:ext>
            </a:extLst>
          </p:cNvPr>
          <p:cNvSpPr txBox="1"/>
          <p:nvPr/>
        </p:nvSpPr>
        <p:spPr>
          <a:xfrm>
            <a:off x="8452384" y="43934"/>
            <a:ext cx="570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b="1" dirty="0"/>
              <a:t>MPI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8E48E4-A8FC-4343-9E21-32744D3C0F29}"/>
              </a:ext>
            </a:extLst>
          </p:cNvPr>
          <p:cNvSpPr txBox="1"/>
          <p:nvPr/>
        </p:nvSpPr>
        <p:spPr>
          <a:xfrm>
            <a:off x="0" y="457200"/>
            <a:ext cx="9144000" cy="4286430"/>
          </a:xfrm>
          <a:prstGeom prst="rect">
            <a:avLst/>
          </a:prstGeom>
          <a:noFill/>
        </p:spPr>
        <p:txBody>
          <a:bodyPr wrap="square" lIns="457200" tIns="182880" rIns="457200" bIns="0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US" dirty="0"/>
              <a:t>MPI + </a:t>
            </a:r>
            <a:r>
              <a:rPr lang="en-US" dirty="0" err="1"/>
              <a:t>Slurm</a:t>
            </a:r>
            <a:endParaRPr lang="en-US" dirty="0"/>
          </a:p>
          <a:p>
            <a:pPr marL="800100" lvl="1" indent="-342900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On </a:t>
            </a:r>
            <a:r>
              <a:rPr lang="en-US" b="1" dirty="0"/>
              <a:t>maple.cs.vcu.edu</a:t>
            </a:r>
            <a:r>
              <a:rPr lang="en-US" dirty="0"/>
              <a:t> MPI loaded by default. No Slurm. Use </a:t>
            </a:r>
            <a:r>
              <a:rPr lang="en-US" i="1" dirty="0" err="1"/>
              <a:t>mpirun</a:t>
            </a:r>
            <a:r>
              <a:rPr lang="en-US" i="1" dirty="0"/>
              <a:t> -np N ./prog</a:t>
            </a:r>
          </a:p>
          <a:p>
            <a:pPr marL="800100" lvl="1" indent="-342900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On </a:t>
            </a:r>
            <a:r>
              <a:rPr lang="en-US" b="1" dirty="0"/>
              <a:t>athena.hprc.vcu.edu </a:t>
            </a:r>
            <a:r>
              <a:rPr lang="en-US" dirty="0"/>
              <a:t>MPI loaded using </a:t>
            </a:r>
            <a:r>
              <a:rPr lang="en-US" i="1" dirty="0"/>
              <a:t>module load </a:t>
            </a:r>
            <a:r>
              <a:rPr lang="en-US" i="1" dirty="0" err="1"/>
              <a:t>mpi</a:t>
            </a:r>
            <a:r>
              <a:rPr lang="en-US" i="1" dirty="0"/>
              <a:t>/openmpi-4.1.6</a:t>
            </a:r>
          </a:p>
          <a:p>
            <a:pPr marL="800100" lvl="1" indent="-342900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# MPI process(es) == # Slurm task(s)</a:t>
            </a:r>
          </a:p>
          <a:p>
            <a:pPr marL="800100" lvl="1" indent="-342900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A process may be in turn </a:t>
            </a:r>
            <a:r>
              <a:rPr lang="en-US" i="1" dirty="0"/>
              <a:t>single-threaded</a:t>
            </a:r>
            <a:r>
              <a:rPr lang="en-US" dirty="0"/>
              <a:t> or </a:t>
            </a:r>
            <a:r>
              <a:rPr lang="en-US" i="1" dirty="0"/>
              <a:t>multi-threaded</a:t>
            </a:r>
            <a:endParaRPr lang="en-US" dirty="0"/>
          </a:p>
          <a:p>
            <a:pPr marL="800100" lvl="1" indent="-342900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Main parameters of Slurm with MPI:</a:t>
            </a:r>
          </a:p>
          <a:p>
            <a:pPr lvl="2">
              <a:lnSpc>
                <a:spcPct val="150000"/>
              </a:lnSpc>
              <a:spcAft>
                <a:spcPts val="0"/>
              </a:spcAft>
            </a:pPr>
            <a:r>
              <a:rPr lang="en-US" i="1" dirty="0"/>
              <a:t>--</a:t>
            </a:r>
            <a:r>
              <a:rPr lang="en-US" i="1" dirty="0" err="1"/>
              <a:t>ntasks</a:t>
            </a:r>
            <a:r>
              <a:rPr lang="en-US" i="1" dirty="0"/>
              <a:t> N</a:t>
            </a:r>
            <a:r>
              <a:rPr lang="en-US" dirty="0"/>
              <a:t>		(required, to match the number of MPI processes)</a:t>
            </a:r>
          </a:p>
          <a:p>
            <a:pPr lvl="2">
              <a:lnSpc>
                <a:spcPct val="150000"/>
              </a:lnSpc>
              <a:spcAft>
                <a:spcPts val="0"/>
              </a:spcAft>
            </a:pPr>
            <a:r>
              <a:rPr lang="en-US" i="1" dirty="0"/>
              <a:t>--</a:t>
            </a:r>
            <a:r>
              <a:rPr lang="en-US" i="1" dirty="0" err="1"/>
              <a:t>cpus</a:t>
            </a:r>
            <a:r>
              <a:rPr lang="en-US" i="1" dirty="0"/>
              <a:t>-per-task N</a:t>
            </a:r>
            <a:r>
              <a:rPr lang="en-US" dirty="0"/>
              <a:t>	(required, to match the number of threads per process)</a:t>
            </a:r>
          </a:p>
          <a:p>
            <a:pPr lvl="2">
              <a:lnSpc>
                <a:spcPct val="150000"/>
              </a:lnSpc>
              <a:spcAft>
                <a:spcPts val="0"/>
              </a:spcAft>
            </a:pPr>
            <a:r>
              <a:rPr lang="en-US" i="1" dirty="0"/>
              <a:t>--mem 1G</a:t>
            </a:r>
            <a:r>
              <a:rPr lang="en-US" dirty="0"/>
              <a:t>		(required, memory allocation for a node, e.g. 1G)</a:t>
            </a:r>
          </a:p>
          <a:p>
            <a:pPr lvl="2">
              <a:lnSpc>
                <a:spcPct val="150000"/>
              </a:lnSpc>
              <a:spcAft>
                <a:spcPts val="0"/>
              </a:spcAft>
            </a:pPr>
            <a:r>
              <a:rPr lang="en-US" i="1" dirty="0"/>
              <a:t>--nodes N	</a:t>
            </a:r>
            <a:r>
              <a:rPr lang="en-US" dirty="0"/>
              <a:t>		(</a:t>
            </a:r>
            <a:r>
              <a:rPr lang="en-US" u="sng" dirty="0"/>
              <a:t>optional</a:t>
            </a:r>
            <a:r>
              <a:rPr lang="en-US" dirty="0"/>
              <a:t>, to enforce a specific number of nodes)</a:t>
            </a:r>
          </a:p>
        </p:txBody>
      </p:sp>
      <p:pic>
        <p:nvPicPr>
          <p:cNvPr id="10" name="Picture 9" descr="A picture containing drawing&#10;&#10;Description automatically generated">
            <a:extLst>
              <a:ext uri="{FF2B5EF4-FFF2-40B4-BE49-F238E27FC236}">
                <a16:creationId xmlns:a16="http://schemas.microsoft.com/office/drawing/2014/main" id="{F5964E89-3E07-46A2-AB55-1C66F44B170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11244" y="91440"/>
            <a:ext cx="2121513" cy="27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6733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E4B6166-A84E-440F-BFE6-D888E26BB365}"/>
              </a:ext>
            </a:extLst>
          </p:cNvPr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gradFill flip="none" rotWithShape="1">
            <a:gsLst>
              <a:gs pos="0">
                <a:srgbClr val="E2E2E2"/>
              </a:gs>
              <a:gs pos="100000">
                <a:srgbClr val="F0F0F0"/>
              </a:gs>
            </a:gsLst>
            <a:lin ang="2700000" scaled="1"/>
            <a:tileRect/>
          </a:gra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80F5CDC-2F1F-47D3-8C33-2E4B68C75AF9}"/>
              </a:ext>
            </a:extLst>
          </p:cNvPr>
          <p:cNvSpPr txBox="1"/>
          <p:nvPr/>
        </p:nvSpPr>
        <p:spPr>
          <a:xfrm>
            <a:off x="238125" y="43934"/>
            <a:ext cx="18437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CMSC 603 - HPDS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A47622-3DC7-4A46-9871-79EAF68D98E5}"/>
              </a:ext>
            </a:extLst>
          </p:cNvPr>
          <p:cNvSpPr txBox="1"/>
          <p:nvPr/>
        </p:nvSpPr>
        <p:spPr>
          <a:xfrm>
            <a:off x="8452384" y="43934"/>
            <a:ext cx="570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b="1" dirty="0"/>
              <a:t>MPI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8E48E4-A8FC-4343-9E21-32744D3C0F29}"/>
              </a:ext>
            </a:extLst>
          </p:cNvPr>
          <p:cNvSpPr txBox="1"/>
          <p:nvPr/>
        </p:nvSpPr>
        <p:spPr>
          <a:xfrm>
            <a:off x="0" y="457200"/>
            <a:ext cx="9144000" cy="2921569"/>
          </a:xfrm>
          <a:prstGeom prst="rect">
            <a:avLst/>
          </a:prstGeom>
          <a:noFill/>
        </p:spPr>
        <p:txBody>
          <a:bodyPr wrap="square" lIns="457200" tIns="182880" rIns="457200" bIns="0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US" dirty="0"/>
              <a:t>Distributed MPI + Slurm</a:t>
            </a:r>
          </a:p>
          <a:p>
            <a:pPr marL="800100" lvl="1" indent="-342900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MPI code (</a:t>
            </a:r>
            <a:r>
              <a:rPr lang="en-US" sz="1600" b="1" dirty="0" err="1"/>
              <a:t>mpi_no_threads.c</a:t>
            </a:r>
            <a:r>
              <a:rPr lang="en-US" dirty="0"/>
              <a:t>) and Slurm script (</a:t>
            </a:r>
            <a:r>
              <a:rPr lang="en-US" sz="1600" b="1" dirty="0"/>
              <a:t>slurm_mpi_no_threads.sh</a:t>
            </a:r>
            <a:r>
              <a:rPr lang="en-US" dirty="0"/>
              <a:t>)</a:t>
            </a:r>
          </a:p>
          <a:p>
            <a:pPr marL="800100" lvl="1" indent="-342900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dirty="0"/>
              <a:t>Run as </a:t>
            </a:r>
            <a:r>
              <a:rPr lang="en-US" sz="1800" i="1" dirty="0" err="1"/>
              <a:t>sbatch</a:t>
            </a:r>
            <a:r>
              <a:rPr lang="en-US" sz="1800" i="1" dirty="0"/>
              <a:t> slurm_mpi_no_threads.sh</a:t>
            </a:r>
            <a:endParaRPr lang="en-US" i="1" dirty="0"/>
          </a:p>
          <a:p>
            <a:pPr marL="800100" lvl="1" indent="-342900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lvl="1">
              <a:lnSpc>
                <a:spcPct val="150000"/>
              </a:lnSpc>
              <a:spcAft>
                <a:spcPts val="1000"/>
              </a:spcAft>
            </a:pPr>
            <a:endParaRPr lang="en-US" sz="1600" dirty="0"/>
          </a:p>
          <a:p>
            <a:pPr lvl="1">
              <a:lnSpc>
                <a:spcPct val="150000"/>
              </a:lnSpc>
              <a:spcAft>
                <a:spcPts val="1000"/>
              </a:spcAft>
            </a:pPr>
            <a:endParaRPr lang="en-US" sz="1600" dirty="0"/>
          </a:p>
        </p:txBody>
      </p:sp>
      <p:pic>
        <p:nvPicPr>
          <p:cNvPr id="10" name="Picture 9" descr="A picture containing drawing&#10;&#10;Description automatically generated">
            <a:extLst>
              <a:ext uri="{FF2B5EF4-FFF2-40B4-BE49-F238E27FC236}">
                <a16:creationId xmlns:a16="http://schemas.microsoft.com/office/drawing/2014/main" id="{F5964E89-3E07-46A2-AB55-1C66F44B170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11244" y="91440"/>
            <a:ext cx="2121513" cy="27432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17EE15A-116C-E3F6-D23D-387B5AD850A1}"/>
              </a:ext>
            </a:extLst>
          </p:cNvPr>
          <p:cNvSpPr txBox="1"/>
          <p:nvPr/>
        </p:nvSpPr>
        <p:spPr>
          <a:xfrm>
            <a:off x="5632757" y="2261963"/>
            <a:ext cx="326265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#!/bin/bash</a:t>
            </a:r>
          </a:p>
          <a:p>
            <a:r>
              <a:rPr lang="en-US" sz="1200" dirty="0"/>
              <a:t>#SBATCH --</a:t>
            </a:r>
            <a:r>
              <a:rPr lang="en-US" sz="1200" dirty="0" err="1"/>
              <a:t>ntasks</a:t>
            </a:r>
            <a:r>
              <a:rPr lang="en-US" sz="1200" dirty="0"/>
              <a:t> 8</a:t>
            </a:r>
          </a:p>
          <a:p>
            <a:r>
              <a:rPr lang="en-US" sz="1200" dirty="0"/>
              <a:t>#SBATCH --</a:t>
            </a:r>
            <a:r>
              <a:rPr lang="en-US" sz="1200" dirty="0" err="1"/>
              <a:t>cpus</a:t>
            </a:r>
            <a:r>
              <a:rPr lang="en-US" sz="1200" dirty="0"/>
              <a:t>-per-task 1</a:t>
            </a:r>
          </a:p>
          <a:p>
            <a:r>
              <a:rPr lang="en-US" sz="1200" dirty="0"/>
              <a:t>#SBATCH --mem 1G</a:t>
            </a:r>
          </a:p>
          <a:p>
            <a:r>
              <a:rPr lang="en-US" sz="1200" dirty="0"/>
              <a:t>#SBATCH --output mpi_no_threads.log</a:t>
            </a:r>
          </a:p>
          <a:p>
            <a:endParaRPr lang="en-US" sz="1200" dirty="0"/>
          </a:p>
          <a:p>
            <a:r>
              <a:rPr lang="en-US" sz="1200" dirty="0"/>
              <a:t>module load </a:t>
            </a:r>
            <a:r>
              <a:rPr lang="en-US" sz="1200" dirty="0" err="1"/>
              <a:t>mpi</a:t>
            </a:r>
            <a:r>
              <a:rPr lang="en-US" sz="1200" dirty="0"/>
              <a:t>/openmpi-4.1.6</a:t>
            </a:r>
          </a:p>
          <a:p>
            <a:endParaRPr lang="en-US" sz="1200" dirty="0"/>
          </a:p>
          <a:p>
            <a:r>
              <a:rPr lang="en-US" sz="1200" dirty="0" err="1"/>
              <a:t>mpirun</a:t>
            </a:r>
            <a:r>
              <a:rPr lang="en-US" sz="1200" dirty="0"/>
              <a:t> -np $SLURM_NTASKS </a:t>
            </a:r>
            <a:r>
              <a:rPr lang="en-US" sz="1200" dirty="0" err="1"/>
              <a:t>mpi_no_threads</a:t>
            </a:r>
            <a:endParaRPr lang="en-US" sz="1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1D883-CF92-D5CF-1C1C-4257F321F1AD}"/>
              </a:ext>
            </a:extLst>
          </p:cNvPr>
          <p:cNvSpPr txBox="1"/>
          <p:nvPr/>
        </p:nvSpPr>
        <p:spPr>
          <a:xfrm>
            <a:off x="542925" y="2191596"/>
            <a:ext cx="4147734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int main(int </a:t>
            </a:r>
            <a:r>
              <a:rPr lang="en-US" sz="1100" dirty="0" err="1"/>
              <a:t>argc</a:t>
            </a:r>
            <a:r>
              <a:rPr lang="en-US" sz="1100" dirty="0"/>
              <a:t>, char** </a:t>
            </a:r>
            <a:r>
              <a:rPr lang="en-US" sz="1100" dirty="0" err="1"/>
              <a:t>argv</a:t>
            </a:r>
            <a:r>
              <a:rPr lang="en-US" sz="1100" dirty="0"/>
              <a:t>) {</a:t>
            </a:r>
          </a:p>
          <a:p>
            <a:r>
              <a:rPr lang="en-US" sz="1100" dirty="0"/>
              <a:t>    int </a:t>
            </a:r>
            <a:r>
              <a:rPr lang="en-US" sz="1100" dirty="0" err="1"/>
              <a:t>process_rank</a:t>
            </a:r>
            <a:r>
              <a:rPr lang="en-US" sz="1100" dirty="0"/>
              <a:t>, </a:t>
            </a:r>
            <a:r>
              <a:rPr lang="en-US" sz="1100" dirty="0" err="1"/>
              <a:t>number_processes</a:t>
            </a:r>
            <a:r>
              <a:rPr lang="en-US" sz="1100" dirty="0"/>
              <a:t>, </a:t>
            </a:r>
            <a:r>
              <a:rPr lang="en-US" sz="1100" dirty="0" err="1"/>
              <a:t>hostname_length</a:t>
            </a:r>
            <a:r>
              <a:rPr lang="en-US" sz="1100" dirty="0"/>
              <a:t>;</a:t>
            </a:r>
          </a:p>
          <a:p>
            <a:r>
              <a:rPr lang="en-US" sz="1100" dirty="0"/>
              <a:t>    char hostname[MPI_MAX_PROCESSOR_NAME];</a:t>
            </a:r>
          </a:p>
          <a:p>
            <a:endParaRPr lang="en-US" sz="1100" dirty="0"/>
          </a:p>
          <a:p>
            <a:r>
              <a:rPr lang="en-US" sz="1100" dirty="0"/>
              <a:t>    </a:t>
            </a:r>
            <a:r>
              <a:rPr lang="en-US" sz="1100" dirty="0" err="1"/>
              <a:t>MPI_Init</a:t>
            </a:r>
            <a:r>
              <a:rPr lang="en-US" sz="1100" dirty="0"/>
              <a:t>(&amp;</a:t>
            </a:r>
            <a:r>
              <a:rPr lang="en-US" sz="1100" dirty="0" err="1"/>
              <a:t>argc</a:t>
            </a:r>
            <a:r>
              <a:rPr lang="en-US" sz="1100" dirty="0"/>
              <a:t>, &amp;</a:t>
            </a:r>
            <a:r>
              <a:rPr lang="en-US" sz="1100" dirty="0" err="1"/>
              <a:t>argv</a:t>
            </a:r>
            <a:r>
              <a:rPr lang="en-US" sz="1100" dirty="0"/>
              <a:t>);</a:t>
            </a:r>
          </a:p>
          <a:p>
            <a:r>
              <a:rPr lang="en-US" sz="1100" dirty="0"/>
              <a:t>    </a:t>
            </a:r>
            <a:r>
              <a:rPr lang="en-US" sz="1100" dirty="0" err="1"/>
              <a:t>MPI_Comm_rank</a:t>
            </a:r>
            <a:r>
              <a:rPr lang="en-US" sz="1100" dirty="0"/>
              <a:t>(MPI_COMM_WORLD, &amp;</a:t>
            </a:r>
            <a:r>
              <a:rPr lang="en-US" sz="1100" dirty="0" err="1"/>
              <a:t>process_rank</a:t>
            </a:r>
            <a:r>
              <a:rPr lang="en-US" sz="1100" dirty="0"/>
              <a:t>);</a:t>
            </a:r>
          </a:p>
          <a:p>
            <a:r>
              <a:rPr lang="en-US" sz="1100" dirty="0"/>
              <a:t>    </a:t>
            </a:r>
            <a:r>
              <a:rPr lang="en-US" sz="1100" dirty="0" err="1"/>
              <a:t>MPI_Comm_size</a:t>
            </a:r>
            <a:r>
              <a:rPr lang="en-US" sz="1100" dirty="0"/>
              <a:t>(MPI_COMM_WORLD, &amp;</a:t>
            </a:r>
            <a:r>
              <a:rPr lang="en-US" sz="1100" dirty="0" err="1"/>
              <a:t>number_processes</a:t>
            </a:r>
            <a:r>
              <a:rPr lang="en-US" sz="1100" dirty="0"/>
              <a:t>);</a:t>
            </a:r>
          </a:p>
          <a:p>
            <a:r>
              <a:rPr lang="en-US" sz="1100" dirty="0"/>
              <a:t>    </a:t>
            </a:r>
            <a:r>
              <a:rPr lang="en-US" sz="1100" dirty="0" err="1"/>
              <a:t>MPI_Get_processor_name</a:t>
            </a:r>
            <a:r>
              <a:rPr lang="en-US" sz="1100" dirty="0"/>
              <a:t>(hostname, &amp;</a:t>
            </a:r>
            <a:r>
              <a:rPr lang="en-US" sz="1100" dirty="0" err="1"/>
              <a:t>hostname_length</a:t>
            </a:r>
            <a:r>
              <a:rPr lang="en-US" sz="1100" dirty="0"/>
              <a:t>);</a:t>
            </a:r>
          </a:p>
          <a:p>
            <a:endParaRPr lang="en-US" sz="1100" dirty="0"/>
          </a:p>
          <a:p>
            <a:r>
              <a:rPr lang="en-US" sz="1100" dirty="0"/>
              <a:t>    </a:t>
            </a:r>
            <a:r>
              <a:rPr lang="en-US" sz="1100" dirty="0" err="1"/>
              <a:t>printf</a:t>
            </a:r>
            <a:r>
              <a:rPr lang="en-US" sz="1100" dirty="0"/>
              <a:t>("Hello from process %d out of %d. Running on node %s\n",    </a:t>
            </a:r>
            <a:br>
              <a:rPr lang="en-US" sz="1100" dirty="0"/>
            </a:br>
            <a:r>
              <a:rPr lang="en-US" sz="1100" dirty="0"/>
              <a:t>    </a:t>
            </a:r>
            <a:r>
              <a:rPr lang="en-US" sz="1100" dirty="0" err="1"/>
              <a:t>process_rank</a:t>
            </a:r>
            <a:r>
              <a:rPr lang="en-US" sz="1100" dirty="0"/>
              <a:t>, </a:t>
            </a:r>
            <a:r>
              <a:rPr lang="en-US" sz="1100" dirty="0" err="1"/>
              <a:t>number_processes</a:t>
            </a:r>
            <a:r>
              <a:rPr lang="en-US" sz="1100" dirty="0"/>
              <a:t>, hostname);</a:t>
            </a:r>
          </a:p>
          <a:p>
            <a:endParaRPr lang="en-US" sz="1100" dirty="0"/>
          </a:p>
          <a:p>
            <a:r>
              <a:rPr lang="en-US" sz="1100" dirty="0"/>
              <a:t>    </a:t>
            </a:r>
            <a:r>
              <a:rPr lang="en-US" sz="1100" dirty="0" err="1"/>
              <a:t>MPI_Finalize</a:t>
            </a:r>
            <a:r>
              <a:rPr lang="en-US" sz="1100" dirty="0"/>
              <a:t>();</a:t>
            </a:r>
          </a:p>
          <a:p>
            <a:r>
              <a:rPr lang="en-US" sz="11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902877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E4B6166-A84E-440F-BFE6-D888E26BB365}"/>
              </a:ext>
            </a:extLst>
          </p:cNvPr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gradFill flip="none" rotWithShape="1">
            <a:gsLst>
              <a:gs pos="0">
                <a:srgbClr val="E2E2E2"/>
              </a:gs>
              <a:gs pos="100000">
                <a:srgbClr val="F0F0F0"/>
              </a:gs>
            </a:gsLst>
            <a:lin ang="2700000" scaled="1"/>
            <a:tileRect/>
          </a:gra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80F5CDC-2F1F-47D3-8C33-2E4B68C75AF9}"/>
              </a:ext>
            </a:extLst>
          </p:cNvPr>
          <p:cNvSpPr txBox="1"/>
          <p:nvPr/>
        </p:nvSpPr>
        <p:spPr>
          <a:xfrm>
            <a:off x="238125" y="43934"/>
            <a:ext cx="18437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CMSC 603 - HPDS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A47622-3DC7-4A46-9871-79EAF68D98E5}"/>
              </a:ext>
            </a:extLst>
          </p:cNvPr>
          <p:cNvSpPr txBox="1"/>
          <p:nvPr/>
        </p:nvSpPr>
        <p:spPr>
          <a:xfrm>
            <a:off x="8452384" y="43934"/>
            <a:ext cx="570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b="1" dirty="0"/>
              <a:t>MPI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8E48E4-A8FC-4343-9E21-32744D3C0F29}"/>
              </a:ext>
            </a:extLst>
          </p:cNvPr>
          <p:cNvSpPr txBox="1"/>
          <p:nvPr/>
        </p:nvSpPr>
        <p:spPr>
          <a:xfrm>
            <a:off x="0" y="457200"/>
            <a:ext cx="9144000" cy="2921569"/>
          </a:xfrm>
          <a:prstGeom prst="rect">
            <a:avLst/>
          </a:prstGeom>
          <a:noFill/>
        </p:spPr>
        <p:txBody>
          <a:bodyPr wrap="square" lIns="457200" tIns="182880" rIns="457200" bIns="0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US" dirty="0"/>
              <a:t>Distributed MPI + OpenMP threads + Slurm</a:t>
            </a:r>
          </a:p>
          <a:p>
            <a:pPr marL="800100" lvl="1" indent="-342900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MPI+OMP code (</a:t>
            </a:r>
            <a:r>
              <a:rPr lang="en-US" sz="1300" b="1" dirty="0" err="1"/>
              <a:t>mpi_openmp_threads.c</a:t>
            </a:r>
            <a:r>
              <a:rPr lang="en-US" dirty="0"/>
              <a:t>) and Slurm script (</a:t>
            </a:r>
            <a:r>
              <a:rPr lang="en-US" sz="1300" b="1" dirty="0"/>
              <a:t>slurm_mpi_openmp_threads.sh</a:t>
            </a:r>
            <a:r>
              <a:rPr lang="en-US" dirty="0"/>
              <a:t>)</a:t>
            </a:r>
          </a:p>
          <a:p>
            <a:pPr marL="800100" lvl="1" indent="-342900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dirty="0"/>
              <a:t>Run as </a:t>
            </a:r>
            <a:r>
              <a:rPr lang="en-US" sz="1800" i="1" dirty="0" err="1"/>
              <a:t>sbatch</a:t>
            </a:r>
            <a:r>
              <a:rPr lang="en-US" sz="1800" i="1" dirty="0"/>
              <a:t> slurm_mpi_openmp_threads.sh</a:t>
            </a:r>
            <a:endParaRPr lang="en-US" i="1" dirty="0"/>
          </a:p>
          <a:p>
            <a:pPr marL="800100" lvl="1" indent="-342900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lvl="1">
              <a:lnSpc>
                <a:spcPct val="150000"/>
              </a:lnSpc>
              <a:spcAft>
                <a:spcPts val="1000"/>
              </a:spcAft>
            </a:pPr>
            <a:endParaRPr lang="en-US" sz="1600" dirty="0"/>
          </a:p>
          <a:p>
            <a:pPr lvl="1">
              <a:lnSpc>
                <a:spcPct val="150000"/>
              </a:lnSpc>
              <a:spcAft>
                <a:spcPts val="1000"/>
              </a:spcAft>
            </a:pPr>
            <a:endParaRPr lang="en-US" sz="1600" dirty="0"/>
          </a:p>
        </p:txBody>
      </p:sp>
      <p:pic>
        <p:nvPicPr>
          <p:cNvPr id="10" name="Picture 9" descr="A picture containing drawing&#10;&#10;Description automatically generated">
            <a:extLst>
              <a:ext uri="{FF2B5EF4-FFF2-40B4-BE49-F238E27FC236}">
                <a16:creationId xmlns:a16="http://schemas.microsoft.com/office/drawing/2014/main" id="{F5964E89-3E07-46A2-AB55-1C66F44B170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11244" y="91440"/>
            <a:ext cx="2121513" cy="27432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17EE15A-116C-E3F6-D23D-387B5AD850A1}"/>
              </a:ext>
            </a:extLst>
          </p:cNvPr>
          <p:cNvSpPr txBox="1"/>
          <p:nvPr/>
        </p:nvSpPr>
        <p:spPr>
          <a:xfrm>
            <a:off x="5062896" y="2147662"/>
            <a:ext cx="386241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#!/bin/bash</a:t>
            </a:r>
          </a:p>
          <a:p>
            <a:r>
              <a:rPr lang="en-US" sz="1200" dirty="0"/>
              <a:t>#SBATCH --</a:t>
            </a:r>
            <a:r>
              <a:rPr lang="en-US" sz="1200" dirty="0" err="1"/>
              <a:t>ntasks</a:t>
            </a:r>
            <a:r>
              <a:rPr lang="en-US" sz="1200" dirty="0"/>
              <a:t> 8</a:t>
            </a:r>
          </a:p>
          <a:p>
            <a:r>
              <a:rPr lang="en-US" sz="1200" dirty="0"/>
              <a:t>#SBATCH --</a:t>
            </a:r>
            <a:r>
              <a:rPr lang="en-US" sz="1200" dirty="0" err="1"/>
              <a:t>cpus</a:t>
            </a:r>
            <a:r>
              <a:rPr lang="en-US" sz="1200" dirty="0"/>
              <a:t>-per-task 4</a:t>
            </a:r>
          </a:p>
          <a:p>
            <a:r>
              <a:rPr lang="en-US" sz="1200" dirty="0"/>
              <a:t>#SBATCH --mem 1G</a:t>
            </a:r>
          </a:p>
          <a:p>
            <a:r>
              <a:rPr lang="en-US" sz="1200" dirty="0"/>
              <a:t>#SBATCH --output mpi_openmp_threads.log</a:t>
            </a:r>
          </a:p>
          <a:p>
            <a:endParaRPr lang="en-US" sz="1200" dirty="0"/>
          </a:p>
          <a:p>
            <a:r>
              <a:rPr lang="en-US" sz="1200" dirty="0"/>
              <a:t>module load </a:t>
            </a:r>
            <a:r>
              <a:rPr lang="en-US" sz="1200" dirty="0" err="1"/>
              <a:t>mpi</a:t>
            </a:r>
            <a:r>
              <a:rPr lang="en-US" sz="1200" dirty="0"/>
              <a:t>/openmpi-4.1.6</a:t>
            </a:r>
          </a:p>
          <a:p>
            <a:endParaRPr lang="en-US" sz="1200" dirty="0"/>
          </a:p>
          <a:p>
            <a:r>
              <a:rPr lang="en-US" sz="1200" dirty="0"/>
              <a:t>export OMP_NUM_THREADS=$SLURM_CPUS_PER_TASK</a:t>
            </a:r>
          </a:p>
          <a:p>
            <a:endParaRPr lang="en-US" sz="1200" dirty="0"/>
          </a:p>
          <a:p>
            <a:r>
              <a:rPr lang="en-US" sz="1200" dirty="0" err="1"/>
              <a:t>mpirun</a:t>
            </a:r>
            <a:r>
              <a:rPr lang="en-US" sz="1200" dirty="0"/>
              <a:t> -np $SLURM_NTASKS </a:t>
            </a:r>
            <a:r>
              <a:rPr lang="en-US" sz="1200" dirty="0" err="1"/>
              <a:t>mpi_openmp_threads</a:t>
            </a:r>
            <a:endParaRPr lang="en-US" sz="1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1D883-CF92-D5CF-1C1C-4257F321F1AD}"/>
              </a:ext>
            </a:extLst>
          </p:cNvPr>
          <p:cNvSpPr txBox="1"/>
          <p:nvPr/>
        </p:nvSpPr>
        <p:spPr>
          <a:xfrm>
            <a:off x="457581" y="2147662"/>
            <a:ext cx="4147734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int main(int </a:t>
            </a:r>
            <a:r>
              <a:rPr lang="en-US" sz="1100" dirty="0" err="1"/>
              <a:t>argc</a:t>
            </a:r>
            <a:r>
              <a:rPr lang="en-US" sz="1100" dirty="0"/>
              <a:t>, char** </a:t>
            </a:r>
            <a:r>
              <a:rPr lang="en-US" sz="1100" dirty="0" err="1"/>
              <a:t>argv</a:t>
            </a:r>
            <a:r>
              <a:rPr lang="en-US" sz="1100" dirty="0"/>
              <a:t>) {</a:t>
            </a:r>
          </a:p>
          <a:p>
            <a:r>
              <a:rPr lang="en-US" sz="1100" dirty="0"/>
              <a:t>    int </a:t>
            </a:r>
            <a:r>
              <a:rPr lang="en-US" sz="1100" dirty="0" err="1"/>
              <a:t>process_rank</a:t>
            </a:r>
            <a:r>
              <a:rPr lang="en-US" sz="1100" dirty="0"/>
              <a:t>, </a:t>
            </a:r>
            <a:r>
              <a:rPr lang="en-US" sz="1100" dirty="0" err="1"/>
              <a:t>number_processes</a:t>
            </a:r>
            <a:r>
              <a:rPr lang="en-US" sz="1100" dirty="0"/>
              <a:t>, </a:t>
            </a:r>
            <a:r>
              <a:rPr lang="en-US" sz="1100" dirty="0" err="1"/>
              <a:t>hostname_length</a:t>
            </a:r>
            <a:r>
              <a:rPr lang="en-US" sz="1100" dirty="0"/>
              <a:t>;</a:t>
            </a:r>
          </a:p>
          <a:p>
            <a:r>
              <a:rPr lang="en-US" sz="1100" dirty="0"/>
              <a:t>    char hostname[MPI_MAX_PROCESSOR_NAME];</a:t>
            </a:r>
          </a:p>
          <a:p>
            <a:endParaRPr lang="en-US" sz="1100" dirty="0"/>
          </a:p>
          <a:p>
            <a:r>
              <a:rPr lang="en-US" sz="1100" dirty="0"/>
              <a:t>    </a:t>
            </a:r>
            <a:r>
              <a:rPr lang="en-US" sz="1100" dirty="0" err="1"/>
              <a:t>MPI_Init</a:t>
            </a:r>
            <a:r>
              <a:rPr lang="en-US" sz="1100" dirty="0"/>
              <a:t>(&amp;</a:t>
            </a:r>
            <a:r>
              <a:rPr lang="en-US" sz="1100" dirty="0" err="1"/>
              <a:t>argc</a:t>
            </a:r>
            <a:r>
              <a:rPr lang="en-US" sz="1100" dirty="0"/>
              <a:t>, &amp;</a:t>
            </a:r>
            <a:r>
              <a:rPr lang="en-US" sz="1100" dirty="0" err="1"/>
              <a:t>argv</a:t>
            </a:r>
            <a:r>
              <a:rPr lang="en-US" sz="1100" dirty="0"/>
              <a:t>);</a:t>
            </a:r>
          </a:p>
          <a:p>
            <a:r>
              <a:rPr lang="en-US" sz="1100" dirty="0"/>
              <a:t>    </a:t>
            </a:r>
            <a:r>
              <a:rPr lang="en-US" sz="1100" dirty="0" err="1"/>
              <a:t>MPI_Comm_rank</a:t>
            </a:r>
            <a:r>
              <a:rPr lang="en-US" sz="1100" dirty="0"/>
              <a:t>(MPI_COMM_WORLD, &amp;</a:t>
            </a:r>
            <a:r>
              <a:rPr lang="en-US" sz="1100" dirty="0" err="1"/>
              <a:t>process_rank</a:t>
            </a:r>
            <a:r>
              <a:rPr lang="en-US" sz="1100" dirty="0"/>
              <a:t>);</a:t>
            </a:r>
          </a:p>
          <a:p>
            <a:r>
              <a:rPr lang="en-US" sz="1100" dirty="0"/>
              <a:t>    </a:t>
            </a:r>
            <a:r>
              <a:rPr lang="en-US" sz="1100" dirty="0" err="1"/>
              <a:t>MPI_Comm_size</a:t>
            </a:r>
            <a:r>
              <a:rPr lang="en-US" sz="1100" dirty="0"/>
              <a:t>(MPI_COMM_WORLD, &amp;</a:t>
            </a:r>
            <a:r>
              <a:rPr lang="en-US" sz="1100" dirty="0" err="1"/>
              <a:t>number_processes</a:t>
            </a:r>
            <a:r>
              <a:rPr lang="en-US" sz="1100" dirty="0"/>
              <a:t>);</a:t>
            </a:r>
          </a:p>
          <a:p>
            <a:r>
              <a:rPr lang="en-US" sz="1100" dirty="0"/>
              <a:t>    </a:t>
            </a:r>
            <a:r>
              <a:rPr lang="en-US" sz="1100" dirty="0" err="1"/>
              <a:t>MPI_Get_processor_name</a:t>
            </a:r>
            <a:r>
              <a:rPr lang="en-US" sz="1100" dirty="0"/>
              <a:t>(hostname, &amp;</a:t>
            </a:r>
            <a:r>
              <a:rPr lang="en-US" sz="1100" dirty="0" err="1"/>
              <a:t>hostname_length</a:t>
            </a:r>
            <a:r>
              <a:rPr lang="en-US" sz="1100" dirty="0"/>
              <a:t>);</a:t>
            </a:r>
          </a:p>
          <a:p>
            <a:endParaRPr lang="en-US" sz="1100" dirty="0"/>
          </a:p>
          <a:p>
            <a:r>
              <a:rPr lang="en-US" sz="1100" dirty="0"/>
              <a:t>    #pragma </a:t>
            </a:r>
            <a:r>
              <a:rPr lang="en-US" sz="1100" dirty="0" err="1"/>
              <a:t>omp</a:t>
            </a:r>
            <a:r>
              <a:rPr lang="en-US" sz="1100" dirty="0"/>
              <a:t> parallel</a:t>
            </a:r>
          </a:p>
          <a:p>
            <a:r>
              <a:rPr lang="en-US" sz="1100" dirty="0"/>
              <a:t>    </a:t>
            </a:r>
            <a:r>
              <a:rPr lang="en-US" sz="1100" dirty="0" err="1"/>
              <a:t>printf</a:t>
            </a:r>
            <a:r>
              <a:rPr lang="en-US" sz="1100" dirty="0"/>
              <a:t>("Hello from process %d out of %d. Thread %d out of %d.</a:t>
            </a:r>
            <a:br>
              <a:rPr lang="en-US" sz="1100" dirty="0"/>
            </a:br>
            <a:r>
              <a:rPr lang="en-US" sz="1100" dirty="0"/>
              <a:t>    Running on node %s\n", </a:t>
            </a:r>
            <a:r>
              <a:rPr lang="en-US" sz="1100" dirty="0" err="1"/>
              <a:t>process_rank</a:t>
            </a:r>
            <a:r>
              <a:rPr lang="en-US" sz="1100" dirty="0"/>
              <a:t>, </a:t>
            </a:r>
            <a:r>
              <a:rPr lang="en-US" sz="1100" dirty="0" err="1"/>
              <a:t>number_processes</a:t>
            </a:r>
            <a:r>
              <a:rPr lang="en-US" sz="1100" dirty="0"/>
              <a:t>, </a:t>
            </a:r>
            <a:br>
              <a:rPr lang="en-US" sz="1100" dirty="0"/>
            </a:br>
            <a:r>
              <a:rPr lang="en-US" sz="1100" dirty="0"/>
              <a:t>    </a:t>
            </a:r>
            <a:r>
              <a:rPr lang="en-US" sz="1100" dirty="0" err="1"/>
              <a:t>omp_get_thread_num</a:t>
            </a:r>
            <a:r>
              <a:rPr lang="en-US" sz="1100" dirty="0"/>
              <a:t>(), </a:t>
            </a:r>
            <a:r>
              <a:rPr lang="en-US" sz="1100" dirty="0" err="1"/>
              <a:t>omp_get_num_threads</a:t>
            </a:r>
            <a:r>
              <a:rPr lang="en-US" sz="1100" dirty="0"/>
              <a:t>(), hostname);</a:t>
            </a:r>
          </a:p>
          <a:p>
            <a:endParaRPr lang="en-US" sz="1100" dirty="0"/>
          </a:p>
          <a:p>
            <a:r>
              <a:rPr lang="en-US" sz="1100" dirty="0"/>
              <a:t>    </a:t>
            </a:r>
            <a:r>
              <a:rPr lang="en-US" sz="1100" dirty="0" err="1"/>
              <a:t>MPI_Finalize</a:t>
            </a:r>
            <a:r>
              <a:rPr lang="en-US" sz="1100" dirty="0"/>
              <a:t>();</a:t>
            </a:r>
          </a:p>
          <a:p>
            <a:r>
              <a:rPr lang="en-US" sz="11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855293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E4B6166-A84E-440F-BFE6-D888E26BB365}"/>
              </a:ext>
            </a:extLst>
          </p:cNvPr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gradFill flip="none" rotWithShape="1">
            <a:gsLst>
              <a:gs pos="0">
                <a:srgbClr val="E2E2E2"/>
              </a:gs>
              <a:gs pos="100000">
                <a:srgbClr val="F0F0F0"/>
              </a:gs>
            </a:gsLst>
            <a:lin ang="2700000" scaled="1"/>
            <a:tileRect/>
          </a:gra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80F5CDC-2F1F-47D3-8C33-2E4B68C75AF9}"/>
              </a:ext>
            </a:extLst>
          </p:cNvPr>
          <p:cNvSpPr txBox="1"/>
          <p:nvPr/>
        </p:nvSpPr>
        <p:spPr>
          <a:xfrm>
            <a:off x="238125" y="43934"/>
            <a:ext cx="18437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CMSC 603 - HPDS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A47622-3DC7-4A46-9871-79EAF68D98E5}"/>
              </a:ext>
            </a:extLst>
          </p:cNvPr>
          <p:cNvSpPr txBox="1"/>
          <p:nvPr/>
        </p:nvSpPr>
        <p:spPr>
          <a:xfrm>
            <a:off x="8452384" y="43934"/>
            <a:ext cx="570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b="1" dirty="0"/>
              <a:t>MPI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8E48E4-A8FC-4343-9E21-32744D3C0F29}"/>
              </a:ext>
            </a:extLst>
          </p:cNvPr>
          <p:cNvSpPr txBox="1"/>
          <p:nvPr/>
        </p:nvSpPr>
        <p:spPr>
          <a:xfrm>
            <a:off x="0" y="457200"/>
            <a:ext cx="9144000" cy="3105978"/>
          </a:xfrm>
          <a:prstGeom prst="rect">
            <a:avLst/>
          </a:prstGeom>
          <a:noFill/>
        </p:spPr>
        <p:txBody>
          <a:bodyPr wrap="square" lIns="457200" tIns="182880" rIns="457200" bIns="0" rtlCol="0">
            <a:spAutoFit/>
          </a:bodyPr>
          <a:lstStyle/>
          <a:p>
            <a:pPr>
              <a:spcAft>
                <a:spcPts val="1500"/>
              </a:spcAft>
            </a:pPr>
            <a:r>
              <a:rPr lang="en-US" dirty="0"/>
              <a:t>Other considerations</a:t>
            </a:r>
          </a:p>
          <a:p>
            <a:pPr marL="800100" lvl="1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dirty="0"/>
              <a:t>Use </a:t>
            </a:r>
            <a:r>
              <a:rPr lang="en-US" i="1" dirty="0"/>
              <a:t>--</a:t>
            </a:r>
            <a:r>
              <a:rPr lang="en-US" i="1" dirty="0" err="1"/>
              <a:t>ntasks</a:t>
            </a:r>
            <a:r>
              <a:rPr lang="en-US" i="1" dirty="0"/>
              <a:t>-per-node M </a:t>
            </a:r>
            <a:r>
              <a:rPr lang="en-US" dirty="0"/>
              <a:t>in combination with </a:t>
            </a:r>
            <a:r>
              <a:rPr lang="en-US" i="1" dirty="0"/>
              <a:t>--nodes N</a:t>
            </a:r>
            <a:r>
              <a:rPr lang="en-US" dirty="0"/>
              <a:t> as an alternative to</a:t>
            </a:r>
            <a:br>
              <a:rPr lang="en-US" dirty="0"/>
            </a:br>
            <a:r>
              <a:rPr lang="en-US" i="1" dirty="0"/>
              <a:t>--</a:t>
            </a:r>
            <a:r>
              <a:rPr lang="en-US" i="1" dirty="0" err="1"/>
              <a:t>ntasks</a:t>
            </a:r>
            <a:r>
              <a:rPr lang="en-US" i="1" dirty="0"/>
              <a:t> N*M</a:t>
            </a:r>
            <a:r>
              <a:rPr lang="en-US" dirty="0"/>
              <a:t>. However, </a:t>
            </a:r>
            <a:r>
              <a:rPr lang="en-US" b="1" dirty="0"/>
              <a:t>never</a:t>
            </a:r>
            <a:r>
              <a:rPr lang="en-US" dirty="0"/>
              <a:t> use them simultaneously.</a:t>
            </a:r>
          </a:p>
          <a:p>
            <a:pPr marL="742950" lvl="1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dirty="0"/>
              <a:t>Use %x (job name) and %j (job id) as variables in your Slurm script</a:t>
            </a:r>
          </a:p>
          <a:p>
            <a:pPr lvl="2">
              <a:spcAft>
                <a:spcPts val="1000"/>
              </a:spcAft>
            </a:pPr>
            <a:r>
              <a:rPr lang="en-US" i="1" dirty="0"/>
              <a:t>#SBATCH --output %x-%j.log</a:t>
            </a:r>
          </a:p>
          <a:p>
            <a:pPr marL="742950" lvl="1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dirty="0"/>
              <a:t>To minimize runtime deviations among nodes with significant different ages</a:t>
            </a:r>
            <a:br>
              <a:rPr lang="en-US" dirty="0"/>
            </a:br>
            <a:r>
              <a:rPr lang="en-US" dirty="0"/>
              <a:t>run on the </a:t>
            </a:r>
            <a:r>
              <a:rPr lang="en-US" dirty="0" err="1"/>
              <a:t>cpu</a:t>
            </a:r>
            <a:r>
              <a:rPr lang="en-US" dirty="0"/>
              <a:t>-large partition that only contains AMD nodes of similar age</a:t>
            </a:r>
          </a:p>
          <a:p>
            <a:pPr lvl="2">
              <a:spcAft>
                <a:spcPts val="1000"/>
              </a:spcAft>
            </a:pPr>
            <a:r>
              <a:rPr lang="en-US" i="1" dirty="0"/>
              <a:t>#SBATCH --partition=</a:t>
            </a:r>
            <a:r>
              <a:rPr lang="en-US" i="1" dirty="0" err="1"/>
              <a:t>cpu</a:t>
            </a:r>
            <a:r>
              <a:rPr lang="en-US" i="1" dirty="0"/>
              <a:t>-large</a:t>
            </a:r>
          </a:p>
        </p:txBody>
      </p:sp>
      <p:pic>
        <p:nvPicPr>
          <p:cNvPr id="10" name="Picture 9" descr="A picture containing drawing&#10;&#10;Description automatically generated">
            <a:extLst>
              <a:ext uri="{FF2B5EF4-FFF2-40B4-BE49-F238E27FC236}">
                <a16:creationId xmlns:a16="http://schemas.microsoft.com/office/drawing/2014/main" id="{F5964E89-3E07-46A2-AB55-1C66F44B170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11244" y="91440"/>
            <a:ext cx="2121513" cy="27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51282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E4B6166-A84E-440F-BFE6-D888E26BB365}"/>
              </a:ext>
            </a:extLst>
          </p:cNvPr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gradFill flip="none" rotWithShape="1">
            <a:gsLst>
              <a:gs pos="0">
                <a:srgbClr val="E2E2E2"/>
              </a:gs>
              <a:gs pos="100000">
                <a:srgbClr val="F0F0F0"/>
              </a:gs>
            </a:gsLst>
            <a:lin ang="2700000" scaled="1"/>
            <a:tileRect/>
          </a:gra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80F5CDC-2F1F-47D3-8C33-2E4B68C75AF9}"/>
              </a:ext>
            </a:extLst>
          </p:cNvPr>
          <p:cNvSpPr txBox="1"/>
          <p:nvPr/>
        </p:nvSpPr>
        <p:spPr>
          <a:xfrm>
            <a:off x="238125" y="43934"/>
            <a:ext cx="18437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CMSC 603 - HPDS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A47622-3DC7-4A46-9871-79EAF68D98E5}"/>
              </a:ext>
            </a:extLst>
          </p:cNvPr>
          <p:cNvSpPr txBox="1"/>
          <p:nvPr/>
        </p:nvSpPr>
        <p:spPr>
          <a:xfrm>
            <a:off x="8452384" y="43934"/>
            <a:ext cx="570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b="1" dirty="0"/>
              <a:t>MPI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8E48E4-A8FC-4343-9E21-32744D3C0F29}"/>
              </a:ext>
            </a:extLst>
          </p:cNvPr>
          <p:cNvSpPr txBox="1"/>
          <p:nvPr/>
        </p:nvSpPr>
        <p:spPr>
          <a:xfrm>
            <a:off x="0" y="457200"/>
            <a:ext cx="9144000" cy="461665"/>
          </a:xfrm>
          <a:prstGeom prst="rect">
            <a:avLst/>
          </a:prstGeom>
          <a:noFill/>
        </p:spPr>
        <p:txBody>
          <a:bodyPr wrap="square" lIns="457200" tIns="182880" rIns="457200" bIns="0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US" dirty="0"/>
              <a:t>Matrix multiplication in MPI with scatter and gather (see </a:t>
            </a:r>
            <a:r>
              <a:rPr lang="en-US" b="1" dirty="0" err="1"/>
              <a:t>matrixmultiplication_mpi.c</a:t>
            </a:r>
            <a:r>
              <a:rPr lang="en-US" dirty="0"/>
              <a:t>)</a:t>
            </a:r>
            <a:endParaRPr lang="en-US" sz="1600" u="sng" dirty="0"/>
          </a:p>
        </p:txBody>
      </p:sp>
      <p:pic>
        <p:nvPicPr>
          <p:cNvPr id="10" name="Picture 9" descr="A picture containing drawing&#10;&#10;Description automatically generated">
            <a:extLst>
              <a:ext uri="{FF2B5EF4-FFF2-40B4-BE49-F238E27FC236}">
                <a16:creationId xmlns:a16="http://schemas.microsoft.com/office/drawing/2014/main" id="{F5964E89-3E07-46A2-AB55-1C66F44B170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11244" y="91440"/>
            <a:ext cx="2121513" cy="274320"/>
          </a:xfrm>
          <a:prstGeom prst="rect">
            <a:avLst/>
          </a:prstGeom>
        </p:spPr>
      </p:pic>
      <p:pic>
        <p:nvPicPr>
          <p:cNvPr id="1026" name="Picture 2" descr="Matrix Multiplication-Why is it a big deal? | by Charchithowitzer | Medium">
            <a:extLst>
              <a:ext uri="{FF2B5EF4-FFF2-40B4-BE49-F238E27FC236}">
                <a16:creationId xmlns:a16="http://schemas.microsoft.com/office/drawing/2014/main" id="{B612DAD2-DD83-1B87-4B10-456B4FC2D5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0160" y="1116416"/>
            <a:ext cx="6583680" cy="2224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0647DE3-75AA-966B-D98F-2DFF9EBB326B}"/>
              </a:ext>
            </a:extLst>
          </p:cNvPr>
          <p:cNvSpPr txBox="1"/>
          <p:nvPr/>
        </p:nvSpPr>
        <p:spPr>
          <a:xfrm>
            <a:off x="283464" y="3340694"/>
            <a:ext cx="8378952" cy="1711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Matrix C can be resolved in parallel by a number of processes (e.g. per row)</a:t>
            </a:r>
          </a:p>
          <a:p>
            <a:pPr marL="800100" lvl="1" indent="-342900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Matrix A can be scattered. Matrix B can be broadcasted</a:t>
            </a:r>
          </a:p>
          <a:p>
            <a:pPr marL="800100" lvl="1" indent="-342900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Matrix C can be gathered</a:t>
            </a:r>
          </a:p>
          <a:p>
            <a:pPr marL="800100" lvl="1" indent="-342900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OpenMP can be also leveraged to parallelize each process</a:t>
            </a:r>
          </a:p>
        </p:txBody>
      </p:sp>
    </p:spTree>
    <p:extLst>
      <p:ext uri="{BB962C8B-B14F-4D97-AF65-F5344CB8AC3E}">
        <p14:creationId xmlns:p14="http://schemas.microsoft.com/office/powerpoint/2010/main" val="33268972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Title 1">
            <a:extLst>
              <a:ext uri="{FF2B5EF4-FFF2-40B4-BE49-F238E27FC236}">
                <a16:creationId xmlns:a16="http://schemas.microsoft.com/office/drawing/2014/main" id="{9DBAF1C2-9FB6-4290-AD3E-99D6A93144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80360" y="418794"/>
            <a:ext cx="5577840" cy="1554479"/>
          </a:xfrm>
        </p:spPr>
        <p:txBody>
          <a:bodyPr/>
          <a:lstStyle/>
          <a:p>
            <a:r>
              <a:rPr lang="en-US" altLang="en-US" dirty="0">
                <a:solidFill>
                  <a:schemeClr val="bg1"/>
                </a:solidFill>
              </a:rPr>
              <a:t>CMSC 603</a:t>
            </a:r>
            <a:br>
              <a:rPr lang="en-US" altLang="en-US" dirty="0">
                <a:solidFill>
                  <a:schemeClr val="bg1"/>
                </a:solidFill>
              </a:rPr>
            </a:br>
            <a:r>
              <a:rPr lang="en-US" altLang="en-US" dirty="0">
                <a:solidFill>
                  <a:schemeClr val="bg1"/>
                </a:solidFill>
              </a:rPr>
              <a:t>High-Performance Distributed Systems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2CDDD7-DDB7-43AE-BECD-19516B258A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23260" y="2398088"/>
            <a:ext cx="4892040" cy="727710"/>
          </a:xfrm>
        </p:spPr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chemeClr val="bg1"/>
                </a:solidFill>
                <a:latin typeface="+mj-lt"/>
                <a:ea typeface="+mn-ea"/>
              </a:rPr>
              <a:t>MPI + </a:t>
            </a:r>
            <a:r>
              <a:rPr lang="en-US" dirty="0" err="1">
                <a:solidFill>
                  <a:schemeClr val="bg1"/>
                </a:solidFill>
                <a:latin typeface="+mj-lt"/>
                <a:ea typeface="+mn-ea"/>
              </a:rPr>
              <a:t>Slurm</a:t>
            </a:r>
            <a:endParaRPr lang="en-US" dirty="0">
              <a:solidFill>
                <a:schemeClr val="bg1"/>
              </a:solidFill>
              <a:latin typeface="+mj-lt"/>
              <a:ea typeface="+mn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1FECE5-4D6B-49DE-9441-EFA9D6C573F0}"/>
              </a:ext>
            </a:extLst>
          </p:cNvPr>
          <p:cNvSpPr txBox="1"/>
          <p:nvPr/>
        </p:nvSpPr>
        <p:spPr>
          <a:xfrm>
            <a:off x="4783204" y="3468349"/>
            <a:ext cx="4019818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200" dirty="0">
                <a:solidFill>
                  <a:schemeClr val="bg1"/>
                </a:solidFill>
              </a:rPr>
              <a:t>Dr. Preetam Ghosh</a:t>
            </a:r>
          </a:p>
          <a:p>
            <a:pPr algn="ctr"/>
            <a:r>
              <a:rPr lang="en-US" sz="2200" dirty="0">
                <a:solidFill>
                  <a:schemeClr val="bg1"/>
                </a:solidFill>
              </a:rPr>
              <a:t>Professor</a:t>
            </a:r>
          </a:p>
          <a:p>
            <a:pPr algn="ctr"/>
            <a:r>
              <a:rPr lang="en-US" sz="2200" dirty="0">
                <a:solidFill>
                  <a:schemeClr val="bg1"/>
                </a:solidFill>
              </a:rPr>
              <a:t>Department of Computer Science</a:t>
            </a:r>
          </a:p>
          <a:p>
            <a:pPr algn="ctr"/>
            <a:r>
              <a:rPr lang="en-US" sz="2200" dirty="0">
                <a:solidFill>
                  <a:schemeClr val="bg1"/>
                </a:solidFill>
              </a:rPr>
              <a:t>pghosh@vcu.edu</a:t>
            </a:r>
          </a:p>
        </p:txBody>
      </p:sp>
    </p:spTree>
    <p:extLst>
      <p:ext uri="{BB962C8B-B14F-4D97-AF65-F5344CB8AC3E}">
        <p14:creationId xmlns:p14="http://schemas.microsoft.com/office/powerpoint/2010/main" val="3347292253"/>
      </p:ext>
    </p:extLst>
  </p:cSld>
  <p:clrMapOvr>
    <a:masterClrMapping/>
  </p:clrMapOvr>
</p:sld>
</file>

<file path=ppt/theme/theme1.xml><?xml version="1.0" encoding="utf-8"?>
<a:theme xmlns:a="http://schemas.openxmlformats.org/drawingml/2006/main" name="VCU Egr Gold 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VCU Egr Grey 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VCU Egr Gold Angle 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VCU Egr Grey Angle 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1240</TotalTime>
  <Words>869</Words>
  <Application>Microsoft Office PowerPoint</Application>
  <PresentationFormat>On-screen Show (16:9)</PresentationFormat>
  <Paragraphs>103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VCU Egr Gold </vt:lpstr>
      <vt:lpstr>VCU Egr Grey </vt:lpstr>
      <vt:lpstr>VCU Egr Gold Angle </vt:lpstr>
      <vt:lpstr>VCU Egr Grey Angle </vt:lpstr>
      <vt:lpstr>CMSC 603 High-Performance Distributed Systems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CMSC 603 High-Performance Distributed Systems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CMSC 603</dc:title>
  <dc:creator>Alberto Cano</dc:creator>
  <cp:lastModifiedBy>Preetam Ghosh</cp:lastModifiedBy>
  <cp:revision>399</cp:revision>
  <dcterms:created xsi:type="dcterms:W3CDTF">2016-04-01T17:42:41Z</dcterms:created>
  <dcterms:modified xsi:type="dcterms:W3CDTF">2025-09-03T05:50:35Z</dcterms:modified>
</cp:coreProperties>
</file>