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86" r:id="rId2"/>
    <p:sldMasterId id="2147483672" r:id="rId3"/>
    <p:sldMasterId id="2147483688" r:id="rId4"/>
  </p:sldMasterIdLst>
  <p:notesMasterIdLst>
    <p:notesMasterId r:id="rId24"/>
  </p:notesMasterIdLst>
  <p:sldIdLst>
    <p:sldId id="258" r:id="rId5"/>
    <p:sldId id="273" r:id="rId6"/>
    <p:sldId id="275" r:id="rId7"/>
    <p:sldId id="277" r:id="rId8"/>
    <p:sldId id="278" r:id="rId9"/>
    <p:sldId id="279" r:id="rId10"/>
    <p:sldId id="280" r:id="rId11"/>
    <p:sldId id="282" r:id="rId12"/>
    <p:sldId id="289" r:id="rId13"/>
    <p:sldId id="290" r:id="rId14"/>
    <p:sldId id="291" r:id="rId15"/>
    <p:sldId id="283" r:id="rId16"/>
    <p:sldId id="284" r:id="rId17"/>
    <p:sldId id="285" r:id="rId18"/>
    <p:sldId id="286" r:id="rId19"/>
    <p:sldId id="287" r:id="rId20"/>
    <p:sldId id="288" r:id="rId21"/>
    <p:sldId id="292" r:id="rId22"/>
    <p:sldId id="270" r:id="rId23"/>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2C2D"/>
    <a:srgbClr val="000000"/>
    <a:srgbClr val="F0F0F0"/>
    <a:srgbClr val="E2E2E2"/>
    <a:srgbClr val="FEBE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52" autoAdjust="0"/>
    <p:restoredTop sz="95878" autoAdjust="0"/>
  </p:normalViewPr>
  <p:slideViewPr>
    <p:cSldViewPr snapToGrid="0" snapToObjects="1">
      <p:cViewPr varScale="1">
        <p:scale>
          <a:sx n="149" d="100"/>
          <a:sy n="149" d="100"/>
        </p:scale>
        <p:origin x="774" y="12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D0B49E-D587-4D05-9A27-3AEC5171794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29A050D4-E039-465F-B72C-CC8A7311291F}"/>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0B6880E2-0A2B-40C6-A465-19E434308345}" type="datetimeFigureOut">
              <a:rPr lang="en-US" altLang="en-US"/>
              <a:pPr/>
              <a:t>8/31/2026</a:t>
            </a:fld>
            <a:endParaRPr lang="en-US" altLang="en-US"/>
          </a:p>
        </p:txBody>
      </p:sp>
      <p:sp>
        <p:nvSpPr>
          <p:cNvPr id="4" name="Slide Image Placeholder 3">
            <a:extLst>
              <a:ext uri="{FF2B5EF4-FFF2-40B4-BE49-F238E27FC236}">
                <a16:creationId xmlns:a16="http://schemas.microsoft.com/office/drawing/2014/main" id="{C262D0BC-2A47-4A32-B613-836DCCE55E6A}"/>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E6856CD-48CD-4489-9149-0CA79815BDA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91952676-18C4-4D23-A85D-54CD22CC0E1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41DAF1E0-10D3-45CC-9D1A-9C40A314A57F}"/>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0AC947F-BBC7-4FDB-A6DB-1EC6A7310C3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2</a:t>
            </a:fld>
            <a:endParaRPr lang="en-US" altLang="en-US"/>
          </a:p>
        </p:txBody>
      </p:sp>
    </p:spTree>
    <p:extLst>
      <p:ext uri="{BB962C8B-B14F-4D97-AF65-F5344CB8AC3E}">
        <p14:creationId xmlns:p14="http://schemas.microsoft.com/office/powerpoint/2010/main" val="3952104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3</a:t>
            </a:fld>
            <a:endParaRPr lang="en-US" altLang="en-US"/>
          </a:p>
        </p:txBody>
      </p:sp>
    </p:spTree>
    <p:extLst>
      <p:ext uri="{BB962C8B-B14F-4D97-AF65-F5344CB8AC3E}">
        <p14:creationId xmlns:p14="http://schemas.microsoft.com/office/powerpoint/2010/main" val="966371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4</a:t>
            </a:fld>
            <a:endParaRPr lang="en-US" altLang="en-US"/>
          </a:p>
        </p:txBody>
      </p:sp>
    </p:spTree>
    <p:extLst>
      <p:ext uri="{BB962C8B-B14F-4D97-AF65-F5344CB8AC3E}">
        <p14:creationId xmlns:p14="http://schemas.microsoft.com/office/powerpoint/2010/main" val="3877147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5</a:t>
            </a:fld>
            <a:endParaRPr lang="en-US" altLang="en-US"/>
          </a:p>
        </p:txBody>
      </p:sp>
    </p:spTree>
    <p:extLst>
      <p:ext uri="{BB962C8B-B14F-4D97-AF65-F5344CB8AC3E}">
        <p14:creationId xmlns:p14="http://schemas.microsoft.com/office/powerpoint/2010/main" val="720995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6</a:t>
            </a:fld>
            <a:endParaRPr lang="en-US" altLang="en-US"/>
          </a:p>
        </p:txBody>
      </p:sp>
    </p:spTree>
    <p:extLst>
      <p:ext uri="{BB962C8B-B14F-4D97-AF65-F5344CB8AC3E}">
        <p14:creationId xmlns:p14="http://schemas.microsoft.com/office/powerpoint/2010/main" val="1348467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7</a:t>
            </a:fld>
            <a:endParaRPr lang="en-US" altLang="en-US"/>
          </a:p>
        </p:txBody>
      </p:sp>
    </p:spTree>
    <p:extLst>
      <p:ext uri="{BB962C8B-B14F-4D97-AF65-F5344CB8AC3E}">
        <p14:creationId xmlns:p14="http://schemas.microsoft.com/office/powerpoint/2010/main" val="1655541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8</a:t>
            </a:fld>
            <a:endParaRPr lang="en-US" altLang="en-US"/>
          </a:p>
        </p:txBody>
      </p:sp>
    </p:spTree>
    <p:extLst>
      <p:ext uri="{BB962C8B-B14F-4D97-AF65-F5344CB8AC3E}">
        <p14:creationId xmlns:p14="http://schemas.microsoft.com/office/powerpoint/2010/main" val="3884693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9</a:t>
            </a:fld>
            <a:endParaRPr lang="en-US" altLang="en-US"/>
          </a:p>
        </p:txBody>
      </p:sp>
    </p:spTree>
    <p:extLst>
      <p:ext uri="{BB962C8B-B14F-4D97-AF65-F5344CB8AC3E}">
        <p14:creationId xmlns:p14="http://schemas.microsoft.com/office/powerpoint/2010/main" val="3872533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10</a:t>
            </a:fld>
            <a:endParaRPr lang="en-US" altLang="en-US"/>
          </a:p>
        </p:txBody>
      </p:sp>
    </p:spTree>
    <p:extLst>
      <p:ext uri="{BB962C8B-B14F-4D97-AF65-F5344CB8AC3E}">
        <p14:creationId xmlns:p14="http://schemas.microsoft.com/office/powerpoint/2010/main" val="98350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11</a:t>
            </a:fld>
            <a:endParaRPr lang="en-US" altLang="en-US"/>
          </a:p>
        </p:txBody>
      </p:sp>
    </p:spTree>
    <p:extLst>
      <p:ext uri="{BB962C8B-B14F-4D97-AF65-F5344CB8AC3E}">
        <p14:creationId xmlns:p14="http://schemas.microsoft.com/office/powerpoint/2010/main" val="2598699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12</a:t>
            </a:fld>
            <a:endParaRPr lang="en-US" altLang="en-US"/>
          </a:p>
        </p:txBody>
      </p:sp>
    </p:spTree>
    <p:extLst>
      <p:ext uri="{BB962C8B-B14F-4D97-AF65-F5344CB8AC3E}">
        <p14:creationId xmlns:p14="http://schemas.microsoft.com/office/powerpoint/2010/main" val="2731024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13</a:t>
            </a:fld>
            <a:endParaRPr lang="en-US" altLang="en-US"/>
          </a:p>
        </p:txBody>
      </p:sp>
    </p:spTree>
    <p:extLst>
      <p:ext uri="{BB962C8B-B14F-4D97-AF65-F5344CB8AC3E}">
        <p14:creationId xmlns:p14="http://schemas.microsoft.com/office/powerpoint/2010/main" val="3402428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14</a:t>
            </a:fld>
            <a:endParaRPr lang="en-US" altLang="en-US"/>
          </a:p>
        </p:txBody>
      </p:sp>
    </p:spTree>
    <p:extLst>
      <p:ext uri="{BB962C8B-B14F-4D97-AF65-F5344CB8AC3E}">
        <p14:creationId xmlns:p14="http://schemas.microsoft.com/office/powerpoint/2010/main" val="26724664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15</a:t>
            </a:fld>
            <a:endParaRPr lang="en-US" altLang="en-US"/>
          </a:p>
        </p:txBody>
      </p:sp>
    </p:spTree>
    <p:extLst>
      <p:ext uri="{BB962C8B-B14F-4D97-AF65-F5344CB8AC3E}">
        <p14:creationId xmlns:p14="http://schemas.microsoft.com/office/powerpoint/2010/main" val="4044253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16</a:t>
            </a:fld>
            <a:endParaRPr lang="en-US" altLang="en-US"/>
          </a:p>
        </p:txBody>
      </p:sp>
    </p:spTree>
    <p:extLst>
      <p:ext uri="{BB962C8B-B14F-4D97-AF65-F5344CB8AC3E}">
        <p14:creationId xmlns:p14="http://schemas.microsoft.com/office/powerpoint/2010/main" val="3867780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17</a:t>
            </a:fld>
            <a:endParaRPr lang="en-US" altLang="en-US"/>
          </a:p>
        </p:txBody>
      </p:sp>
    </p:spTree>
    <p:extLst>
      <p:ext uri="{BB962C8B-B14F-4D97-AF65-F5344CB8AC3E}">
        <p14:creationId xmlns:p14="http://schemas.microsoft.com/office/powerpoint/2010/main" val="3734947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18</a:t>
            </a:fld>
            <a:endParaRPr lang="en-US" altLang="en-US"/>
          </a:p>
        </p:txBody>
      </p:sp>
    </p:spTree>
    <p:extLst>
      <p:ext uri="{BB962C8B-B14F-4D97-AF65-F5344CB8AC3E}">
        <p14:creationId xmlns:p14="http://schemas.microsoft.com/office/powerpoint/2010/main" val="3668241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EC60B012-42FE-4328-9FB6-F8C4D01A1CBA}"/>
              </a:ext>
            </a:extLst>
          </p:cNvPr>
          <p:cNvSpPr>
            <a:spLocks noGrp="1"/>
          </p:cNvSpPr>
          <p:nvPr>
            <p:ph type="dt" sz="half" idx="10"/>
          </p:nvPr>
        </p:nvSpPr>
        <p:spPr/>
        <p:txBody>
          <a:bodyPr/>
          <a:lstStyle>
            <a:lvl1pPr>
              <a:defRPr/>
            </a:lvl1pPr>
          </a:lstStyle>
          <a:p>
            <a:fld id="{7992C0B0-3253-496F-8124-7E81195BA64D}"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8E6EBDA0-2D55-463E-A486-744B238EF77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727C8F-357F-462A-82A0-4765AF4F8E85}"/>
              </a:ext>
            </a:extLst>
          </p:cNvPr>
          <p:cNvSpPr>
            <a:spLocks noGrp="1"/>
          </p:cNvSpPr>
          <p:nvPr>
            <p:ph type="sldNum" sz="quarter" idx="12"/>
          </p:nvPr>
        </p:nvSpPr>
        <p:spPr/>
        <p:txBody>
          <a:bodyPr/>
          <a:lstStyle>
            <a:lvl1pPr>
              <a:defRPr/>
            </a:lvl1pPr>
          </a:lstStyle>
          <a:p>
            <a:fld id="{7233D8A8-F2D3-44C8-AF5B-B8299F74FD34}" type="slidenum">
              <a:rPr lang="en-US" altLang="en-US"/>
              <a:pPr/>
              <a:t>‹#›</a:t>
            </a:fld>
            <a:endParaRPr lang="en-US" altLang="en-US"/>
          </a:p>
        </p:txBody>
      </p:sp>
    </p:spTree>
    <p:extLst>
      <p:ext uri="{BB962C8B-B14F-4D97-AF65-F5344CB8AC3E}">
        <p14:creationId xmlns:p14="http://schemas.microsoft.com/office/powerpoint/2010/main" val="3022840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30E475F7-4137-429F-9827-C9A764B91E91}"/>
              </a:ext>
            </a:extLst>
          </p:cNvPr>
          <p:cNvSpPr>
            <a:spLocks noGrp="1"/>
          </p:cNvSpPr>
          <p:nvPr>
            <p:ph type="dt" sz="half" idx="10"/>
          </p:nvPr>
        </p:nvSpPr>
        <p:spPr/>
        <p:txBody>
          <a:bodyPr/>
          <a:lstStyle>
            <a:lvl1pPr>
              <a:defRPr/>
            </a:lvl1pPr>
          </a:lstStyle>
          <a:p>
            <a:fld id="{F72CCDD4-4AB9-4E77-8FAC-13CF81C47959}"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9004FEA6-E86D-49B8-B6AA-F5444889D1E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D139C33-77E9-4C5F-987D-92C7DC231ACD}"/>
              </a:ext>
            </a:extLst>
          </p:cNvPr>
          <p:cNvSpPr>
            <a:spLocks noGrp="1"/>
          </p:cNvSpPr>
          <p:nvPr>
            <p:ph type="sldNum" sz="quarter" idx="12"/>
          </p:nvPr>
        </p:nvSpPr>
        <p:spPr/>
        <p:txBody>
          <a:bodyPr/>
          <a:lstStyle>
            <a:lvl1pPr>
              <a:defRPr/>
            </a:lvl1pPr>
          </a:lstStyle>
          <a:p>
            <a:fld id="{0B014F7D-FE77-4C35-B12B-B3A0E48DC789}" type="slidenum">
              <a:rPr lang="en-US" altLang="en-US"/>
              <a:pPr/>
              <a:t>‹#›</a:t>
            </a:fld>
            <a:endParaRPr lang="en-US" altLang="en-US"/>
          </a:p>
        </p:txBody>
      </p:sp>
    </p:spTree>
    <p:extLst>
      <p:ext uri="{BB962C8B-B14F-4D97-AF65-F5344CB8AC3E}">
        <p14:creationId xmlns:p14="http://schemas.microsoft.com/office/powerpoint/2010/main" val="2049725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9E6781B-BAA1-4CB9-8D16-CF2475C8DAE0}"/>
              </a:ext>
            </a:extLst>
          </p:cNvPr>
          <p:cNvSpPr>
            <a:spLocks noGrp="1"/>
          </p:cNvSpPr>
          <p:nvPr>
            <p:ph type="dt" sz="half" idx="10"/>
          </p:nvPr>
        </p:nvSpPr>
        <p:spPr/>
        <p:txBody>
          <a:bodyPr/>
          <a:lstStyle>
            <a:lvl1pPr>
              <a:defRPr/>
            </a:lvl1pPr>
          </a:lstStyle>
          <a:p>
            <a:fld id="{7949351B-3F09-4C7F-8A50-E94F71321DC9}"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80EAFE42-633F-4814-8643-0BF0D5F2CC5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059F8D0-2E51-48B8-9B98-AC0257EDDBF1}"/>
              </a:ext>
            </a:extLst>
          </p:cNvPr>
          <p:cNvSpPr>
            <a:spLocks noGrp="1"/>
          </p:cNvSpPr>
          <p:nvPr>
            <p:ph type="sldNum" sz="quarter" idx="12"/>
          </p:nvPr>
        </p:nvSpPr>
        <p:spPr/>
        <p:txBody>
          <a:bodyPr/>
          <a:lstStyle>
            <a:lvl1pPr>
              <a:defRPr/>
            </a:lvl1pPr>
          </a:lstStyle>
          <a:p>
            <a:fld id="{8652EDC3-3130-4817-B015-0A31BE8CD6B6}" type="slidenum">
              <a:rPr lang="en-US" altLang="en-US"/>
              <a:pPr/>
              <a:t>‹#›</a:t>
            </a:fld>
            <a:endParaRPr lang="en-US" altLang="en-US"/>
          </a:p>
        </p:txBody>
      </p:sp>
    </p:spTree>
    <p:extLst>
      <p:ext uri="{BB962C8B-B14F-4D97-AF65-F5344CB8AC3E}">
        <p14:creationId xmlns:p14="http://schemas.microsoft.com/office/powerpoint/2010/main" val="3743753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BAFDC-910F-42F5-9888-172B18A79588}"/>
              </a:ext>
            </a:extLst>
          </p:cNvPr>
          <p:cNvSpPr>
            <a:spLocks noGrp="1"/>
          </p:cNvSpPr>
          <p:nvPr>
            <p:ph type="dt" sz="half" idx="10"/>
          </p:nvPr>
        </p:nvSpPr>
        <p:spPr/>
        <p:txBody>
          <a:bodyPr/>
          <a:lstStyle>
            <a:lvl1pPr>
              <a:defRPr/>
            </a:lvl1pPr>
          </a:lstStyle>
          <a:p>
            <a:fld id="{75E8ED03-BED0-4F3E-BD78-34BBCB33A5F6}"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3B9F34F3-1B3F-442D-9AA3-3379F16FD63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A02C771-AE13-417D-9EFD-DAB959F76120}"/>
              </a:ext>
            </a:extLst>
          </p:cNvPr>
          <p:cNvSpPr>
            <a:spLocks noGrp="1"/>
          </p:cNvSpPr>
          <p:nvPr>
            <p:ph type="sldNum" sz="quarter" idx="12"/>
          </p:nvPr>
        </p:nvSpPr>
        <p:spPr/>
        <p:txBody>
          <a:bodyPr/>
          <a:lstStyle>
            <a:lvl1pPr>
              <a:defRPr/>
            </a:lvl1pPr>
          </a:lstStyle>
          <a:p>
            <a:fld id="{A7822747-9FE7-4527-94B2-BB16637BC07A}" type="slidenum">
              <a:rPr lang="en-US" altLang="en-US"/>
              <a:pPr/>
              <a:t>‹#›</a:t>
            </a:fld>
            <a:endParaRPr lang="en-US" altLang="en-US"/>
          </a:p>
        </p:txBody>
      </p:sp>
    </p:spTree>
    <p:extLst>
      <p:ext uri="{BB962C8B-B14F-4D97-AF65-F5344CB8AC3E}">
        <p14:creationId xmlns:p14="http://schemas.microsoft.com/office/powerpoint/2010/main" val="3608136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5CB8DD-A668-411E-B28D-94B8DB44E603}"/>
              </a:ext>
            </a:extLst>
          </p:cNvPr>
          <p:cNvSpPr>
            <a:spLocks noGrp="1"/>
          </p:cNvSpPr>
          <p:nvPr>
            <p:ph type="dt" sz="half" idx="10"/>
          </p:nvPr>
        </p:nvSpPr>
        <p:spPr/>
        <p:txBody>
          <a:bodyPr/>
          <a:lstStyle>
            <a:lvl1pPr>
              <a:defRPr/>
            </a:lvl1pPr>
          </a:lstStyle>
          <a:p>
            <a:fld id="{4163B8E6-B207-4E3D-98FD-4DC247BD3AAA}"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24CABEA2-2235-4C9E-AD6D-7150DAA4D3D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F62034D-C826-4DEF-8102-1CAB1D99C8F3}"/>
              </a:ext>
            </a:extLst>
          </p:cNvPr>
          <p:cNvSpPr>
            <a:spLocks noGrp="1"/>
          </p:cNvSpPr>
          <p:nvPr>
            <p:ph type="sldNum" sz="quarter" idx="12"/>
          </p:nvPr>
        </p:nvSpPr>
        <p:spPr/>
        <p:txBody>
          <a:bodyPr/>
          <a:lstStyle>
            <a:lvl1pPr>
              <a:defRPr/>
            </a:lvl1pPr>
          </a:lstStyle>
          <a:p>
            <a:fld id="{D2026927-2716-4099-924D-7679E7DDB146}" type="slidenum">
              <a:rPr lang="en-US" altLang="en-US"/>
              <a:pPr/>
              <a:t>‹#›</a:t>
            </a:fld>
            <a:endParaRPr lang="en-US" altLang="en-US"/>
          </a:p>
        </p:txBody>
      </p:sp>
    </p:spTree>
    <p:extLst>
      <p:ext uri="{BB962C8B-B14F-4D97-AF65-F5344CB8AC3E}">
        <p14:creationId xmlns:p14="http://schemas.microsoft.com/office/powerpoint/2010/main" val="3985061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631FA01-E2BB-45BC-A717-4D5CF78359ED}"/>
              </a:ext>
            </a:extLst>
          </p:cNvPr>
          <p:cNvSpPr>
            <a:spLocks noGrp="1"/>
          </p:cNvSpPr>
          <p:nvPr>
            <p:ph type="dt" sz="half" idx="10"/>
          </p:nvPr>
        </p:nvSpPr>
        <p:spPr/>
        <p:txBody>
          <a:bodyPr/>
          <a:lstStyle>
            <a:lvl1pPr>
              <a:defRPr/>
            </a:lvl1pPr>
          </a:lstStyle>
          <a:p>
            <a:fld id="{ACC482DA-2221-4B41-9A3B-2975C7CF4382}" type="datetimeFigureOut">
              <a:rPr lang="en-US" altLang="en-US"/>
              <a:pPr/>
              <a:t>8/31/2026</a:t>
            </a:fld>
            <a:endParaRPr lang="en-US" altLang="en-US"/>
          </a:p>
        </p:txBody>
      </p:sp>
      <p:sp>
        <p:nvSpPr>
          <p:cNvPr id="6" name="Footer Placeholder 4">
            <a:extLst>
              <a:ext uri="{FF2B5EF4-FFF2-40B4-BE49-F238E27FC236}">
                <a16:creationId xmlns:a16="http://schemas.microsoft.com/office/drawing/2014/main" id="{0C32F0D1-80F9-4F76-ABBF-BA02A9306E0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45B83B4-F39C-4CD9-AAF4-FFB7A8C1B601}"/>
              </a:ext>
            </a:extLst>
          </p:cNvPr>
          <p:cNvSpPr>
            <a:spLocks noGrp="1"/>
          </p:cNvSpPr>
          <p:nvPr>
            <p:ph type="sldNum" sz="quarter" idx="12"/>
          </p:nvPr>
        </p:nvSpPr>
        <p:spPr/>
        <p:txBody>
          <a:bodyPr/>
          <a:lstStyle>
            <a:lvl1pPr>
              <a:defRPr/>
            </a:lvl1pPr>
          </a:lstStyle>
          <a:p>
            <a:fld id="{FEF9B07D-761B-4C4F-BE77-161609DB59F0}" type="slidenum">
              <a:rPr lang="en-US" altLang="en-US"/>
              <a:pPr/>
              <a:t>‹#›</a:t>
            </a:fld>
            <a:endParaRPr lang="en-US" altLang="en-US"/>
          </a:p>
        </p:txBody>
      </p:sp>
    </p:spTree>
    <p:extLst>
      <p:ext uri="{BB962C8B-B14F-4D97-AF65-F5344CB8AC3E}">
        <p14:creationId xmlns:p14="http://schemas.microsoft.com/office/powerpoint/2010/main" val="3436659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0FF6EF5-BAE3-4020-932B-F6D5EC75FB8E}"/>
              </a:ext>
            </a:extLst>
          </p:cNvPr>
          <p:cNvSpPr>
            <a:spLocks noGrp="1"/>
          </p:cNvSpPr>
          <p:nvPr>
            <p:ph type="dt" sz="half" idx="10"/>
          </p:nvPr>
        </p:nvSpPr>
        <p:spPr/>
        <p:txBody>
          <a:bodyPr/>
          <a:lstStyle>
            <a:lvl1pPr>
              <a:defRPr/>
            </a:lvl1pPr>
          </a:lstStyle>
          <a:p>
            <a:fld id="{CEF7CE34-7A3A-4549-9860-485C21484BFD}" type="datetimeFigureOut">
              <a:rPr lang="en-US" altLang="en-US"/>
              <a:pPr/>
              <a:t>8/31/2026</a:t>
            </a:fld>
            <a:endParaRPr lang="en-US" altLang="en-US"/>
          </a:p>
        </p:txBody>
      </p:sp>
      <p:sp>
        <p:nvSpPr>
          <p:cNvPr id="8" name="Footer Placeholder 4">
            <a:extLst>
              <a:ext uri="{FF2B5EF4-FFF2-40B4-BE49-F238E27FC236}">
                <a16:creationId xmlns:a16="http://schemas.microsoft.com/office/drawing/2014/main" id="{CB85126A-A74C-4FBC-9D7D-A4D5763C4EA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91D82D7-2B8A-466F-BB4E-9810EFA59CE5}"/>
              </a:ext>
            </a:extLst>
          </p:cNvPr>
          <p:cNvSpPr>
            <a:spLocks noGrp="1"/>
          </p:cNvSpPr>
          <p:nvPr>
            <p:ph type="sldNum" sz="quarter" idx="12"/>
          </p:nvPr>
        </p:nvSpPr>
        <p:spPr/>
        <p:txBody>
          <a:bodyPr/>
          <a:lstStyle>
            <a:lvl1pPr>
              <a:defRPr/>
            </a:lvl1pPr>
          </a:lstStyle>
          <a:p>
            <a:fld id="{556C3E10-9CF0-4AD2-AABB-7D669AAF3746}" type="slidenum">
              <a:rPr lang="en-US" altLang="en-US"/>
              <a:pPr/>
              <a:t>‹#›</a:t>
            </a:fld>
            <a:endParaRPr lang="en-US" altLang="en-US"/>
          </a:p>
        </p:txBody>
      </p:sp>
    </p:spTree>
    <p:extLst>
      <p:ext uri="{BB962C8B-B14F-4D97-AF65-F5344CB8AC3E}">
        <p14:creationId xmlns:p14="http://schemas.microsoft.com/office/powerpoint/2010/main" val="4224101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DF8B361-5F7C-4DFA-BFF9-C202F5FDD760}"/>
              </a:ext>
            </a:extLst>
          </p:cNvPr>
          <p:cNvSpPr>
            <a:spLocks noGrp="1"/>
          </p:cNvSpPr>
          <p:nvPr>
            <p:ph type="dt" sz="half" idx="10"/>
          </p:nvPr>
        </p:nvSpPr>
        <p:spPr/>
        <p:txBody>
          <a:bodyPr/>
          <a:lstStyle>
            <a:lvl1pPr>
              <a:defRPr/>
            </a:lvl1pPr>
          </a:lstStyle>
          <a:p>
            <a:fld id="{A30D67D1-57DC-4F9D-BAA3-85BE1639ED2E}" type="datetimeFigureOut">
              <a:rPr lang="en-US" altLang="en-US"/>
              <a:pPr/>
              <a:t>8/31/2026</a:t>
            </a:fld>
            <a:endParaRPr lang="en-US" altLang="en-US"/>
          </a:p>
        </p:txBody>
      </p:sp>
      <p:sp>
        <p:nvSpPr>
          <p:cNvPr id="4" name="Footer Placeholder 4">
            <a:extLst>
              <a:ext uri="{FF2B5EF4-FFF2-40B4-BE49-F238E27FC236}">
                <a16:creationId xmlns:a16="http://schemas.microsoft.com/office/drawing/2014/main" id="{4A0545F0-089F-41C6-A9CF-E6DDE48D180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81C5EFA-6EC5-4D97-B52D-20918D9F9631}"/>
              </a:ext>
            </a:extLst>
          </p:cNvPr>
          <p:cNvSpPr>
            <a:spLocks noGrp="1"/>
          </p:cNvSpPr>
          <p:nvPr>
            <p:ph type="sldNum" sz="quarter" idx="12"/>
          </p:nvPr>
        </p:nvSpPr>
        <p:spPr/>
        <p:txBody>
          <a:bodyPr/>
          <a:lstStyle>
            <a:lvl1pPr>
              <a:defRPr/>
            </a:lvl1pPr>
          </a:lstStyle>
          <a:p>
            <a:fld id="{0C2ABABE-5C4C-4235-A1E6-635B63BC9220}" type="slidenum">
              <a:rPr lang="en-US" altLang="en-US"/>
              <a:pPr/>
              <a:t>‹#›</a:t>
            </a:fld>
            <a:endParaRPr lang="en-US" altLang="en-US"/>
          </a:p>
        </p:txBody>
      </p:sp>
    </p:spTree>
    <p:extLst>
      <p:ext uri="{BB962C8B-B14F-4D97-AF65-F5344CB8AC3E}">
        <p14:creationId xmlns:p14="http://schemas.microsoft.com/office/powerpoint/2010/main" val="3019161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08DA10F-DFB8-4A17-8254-422B9683F73A}"/>
              </a:ext>
            </a:extLst>
          </p:cNvPr>
          <p:cNvSpPr>
            <a:spLocks noGrp="1"/>
          </p:cNvSpPr>
          <p:nvPr>
            <p:ph type="dt" sz="half" idx="10"/>
          </p:nvPr>
        </p:nvSpPr>
        <p:spPr/>
        <p:txBody>
          <a:bodyPr/>
          <a:lstStyle>
            <a:lvl1pPr>
              <a:defRPr/>
            </a:lvl1pPr>
          </a:lstStyle>
          <a:p>
            <a:fld id="{AF3966B0-EE85-40CD-B72D-3A0659B70677}" type="datetimeFigureOut">
              <a:rPr lang="en-US" altLang="en-US"/>
              <a:pPr/>
              <a:t>8/31/2026</a:t>
            </a:fld>
            <a:endParaRPr lang="en-US" altLang="en-US"/>
          </a:p>
        </p:txBody>
      </p:sp>
      <p:sp>
        <p:nvSpPr>
          <p:cNvPr id="3" name="Footer Placeholder 4">
            <a:extLst>
              <a:ext uri="{FF2B5EF4-FFF2-40B4-BE49-F238E27FC236}">
                <a16:creationId xmlns:a16="http://schemas.microsoft.com/office/drawing/2014/main" id="{0811D38D-82A4-47D0-A5CF-A811DF97C1C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B8BEA20-D326-48EC-88D7-CAB77F8D349B}"/>
              </a:ext>
            </a:extLst>
          </p:cNvPr>
          <p:cNvSpPr>
            <a:spLocks noGrp="1"/>
          </p:cNvSpPr>
          <p:nvPr>
            <p:ph type="sldNum" sz="quarter" idx="12"/>
          </p:nvPr>
        </p:nvSpPr>
        <p:spPr/>
        <p:txBody>
          <a:bodyPr/>
          <a:lstStyle>
            <a:lvl1pPr>
              <a:defRPr/>
            </a:lvl1pPr>
          </a:lstStyle>
          <a:p>
            <a:fld id="{EE7F6ED6-6B68-481D-8D32-F6FB17210B9A}" type="slidenum">
              <a:rPr lang="en-US" altLang="en-US"/>
              <a:pPr/>
              <a:t>‹#›</a:t>
            </a:fld>
            <a:endParaRPr lang="en-US" altLang="en-US"/>
          </a:p>
        </p:txBody>
      </p:sp>
    </p:spTree>
    <p:extLst>
      <p:ext uri="{BB962C8B-B14F-4D97-AF65-F5344CB8AC3E}">
        <p14:creationId xmlns:p14="http://schemas.microsoft.com/office/powerpoint/2010/main" val="4049191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6B155A8-6E64-4C57-91FA-22850CFFA417}"/>
              </a:ext>
            </a:extLst>
          </p:cNvPr>
          <p:cNvSpPr>
            <a:spLocks noGrp="1"/>
          </p:cNvSpPr>
          <p:nvPr>
            <p:ph type="dt" sz="half" idx="10"/>
          </p:nvPr>
        </p:nvSpPr>
        <p:spPr/>
        <p:txBody>
          <a:bodyPr/>
          <a:lstStyle>
            <a:lvl1pPr>
              <a:defRPr/>
            </a:lvl1pPr>
          </a:lstStyle>
          <a:p>
            <a:fld id="{6BBA8342-8168-46D2-9286-222BDB776874}" type="datetimeFigureOut">
              <a:rPr lang="en-US" altLang="en-US"/>
              <a:pPr/>
              <a:t>8/31/2026</a:t>
            </a:fld>
            <a:endParaRPr lang="en-US" altLang="en-US"/>
          </a:p>
        </p:txBody>
      </p:sp>
      <p:sp>
        <p:nvSpPr>
          <p:cNvPr id="6" name="Footer Placeholder 4">
            <a:extLst>
              <a:ext uri="{FF2B5EF4-FFF2-40B4-BE49-F238E27FC236}">
                <a16:creationId xmlns:a16="http://schemas.microsoft.com/office/drawing/2014/main" id="{7C461010-6565-4F21-BB5F-26911C8348F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D06275D-D7C9-426B-AD8D-EE56A3B8CD29}"/>
              </a:ext>
            </a:extLst>
          </p:cNvPr>
          <p:cNvSpPr>
            <a:spLocks noGrp="1"/>
          </p:cNvSpPr>
          <p:nvPr>
            <p:ph type="sldNum" sz="quarter" idx="12"/>
          </p:nvPr>
        </p:nvSpPr>
        <p:spPr/>
        <p:txBody>
          <a:bodyPr/>
          <a:lstStyle>
            <a:lvl1pPr>
              <a:defRPr/>
            </a:lvl1pPr>
          </a:lstStyle>
          <a:p>
            <a:fld id="{A24A3EE9-4E7C-49F1-9F9F-7E27FDC68E4B}" type="slidenum">
              <a:rPr lang="en-US" altLang="en-US"/>
              <a:pPr/>
              <a:t>‹#›</a:t>
            </a:fld>
            <a:endParaRPr lang="en-US" altLang="en-US"/>
          </a:p>
        </p:txBody>
      </p:sp>
    </p:spTree>
    <p:extLst>
      <p:ext uri="{BB962C8B-B14F-4D97-AF65-F5344CB8AC3E}">
        <p14:creationId xmlns:p14="http://schemas.microsoft.com/office/powerpoint/2010/main" val="25553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184F684-30B3-4C84-8021-1760B6F15199}"/>
              </a:ext>
            </a:extLst>
          </p:cNvPr>
          <p:cNvSpPr>
            <a:spLocks noGrp="1"/>
          </p:cNvSpPr>
          <p:nvPr>
            <p:ph type="dt" sz="half" idx="10"/>
          </p:nvPr>
        </p:nvSpPr>
        <p:spPr/>
        <p:txBody>
          <a:bodyPr/>
          <a:lstStyle>
            <a:lvl1pPr>
              <a:defRPr/>
            </a:lvl1pPr>
          </a:lstStyle>
          <a:p>
            <a:fld id="{7D6583B9-C184-4857-930E-87FF06E831AF}" type="datetimeFigureOut">
              <a:rPr lang="en-US" altLang="en-US"/>
              <a:pPr/>
              <a:t>8/31/2026</a:t>
            </a:fld>
            <a:endParaRPr lang="en-US" altLang="en-US"/>
          </a:p>
        </p:txBody>
      </p:sp>
      <p:sp>
        <p:nvSpPr>
          <p:cNvPr id="6" name="Footer Placeholder 4">
            <a:extLst>
              <a:ext uri="{FF2B5EF4-FFF2-40B4-BE49-F238E27FC236}">
                <a16:creationId xmlns:a16="http://schemas.microsoft.com/office/drawing/2014/main" id="{50338765-6CE7-47D8-AE36-939F579995F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C7454BE-751A-4F24-B038-9B423A22032B}"/>
              </a:ext>
            </a:extLst>
          </p:cNvPr>
          <p:cNvSpPr>
            <a:spLocks noGrp="1"/>
          </p:cNvSpPr>
          <p:nvPr>
            <p:ph type="sldNum" sz="quarter" idx="12"/>
          </p:nvPr>
        </p:nvSpPr>
        <p:spPr/>
        <p:txBody>
          <a:bodyPr/>
          <a:lstStyle>
            <a:lvl1pPr>
              <a:defRPr/>
            </a:lvl1pPr>
          </a:lstStyle>
          <a:p>
            <a:fld id="{699679F7-C118-489A-89EE-05BA6BC06808}" type="slidenum">
              <a:rPr lang="en-US" altLang="en-US"/>
              <a:pPr/>
              <a:t>‹#›</a:t>
            </a:fld>
            <a:endParaRPr lang="en-US" altLang="en-US"/>
          </a:p>
        </p:txBody>
      </p:sp>
    </p:spTree>
    <p:extLst>
      <p:ext uri="{BB962C8B-B14F-4D97-AF65-F5344CB8AC3E}">
        <p14:creationId xmlns:p14="http://schemas.microsoft.com/office/powerpoint/2010/main" val="2305973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32B19-A713-48CC-82DF-E235875C5390}"/>
              </a:ext>
            </a:extLst>
          </p:cNvPr>
          <p:cNvSpPr>
            <a:spLocks noGrp="1"/>
          </p:cNvSpPr>
          <p:nvPr>
            <p:ph type="dt" sz="half" idx="10"/>
          </p:nvPr>
        </p:nvSpPr>
        <p:spPr/>
        <p:txBody>
          <a:bodyPr/>
          <a:lstStyle>
            <a:lvl1pPr>
              <a:defRPr/>
            </a:lvl1pPr>
          </a:lstStyle>
          <a:p>
            <a:fld id="{93AAF2CD-CD50-496D-B8A2-C830B3FD90BE}"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3E5E6575-32BF-478F-B1BE-86690D9544F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FB7B678-04D4-4C51-9585-720B5BFD0811}"/>
              </a:ext>
            </a:extLst>
          </p:cNvPr>
          <p:cNvSpPr>
            <a:spLocks noGrp="1"/>
          </p:cNvSpPr>
          <p:nvPr>
            <p:ph type="sldNum" sz="quarter" idx="12"/>
          </p:nvPr>
        </p:nvSpPr>
        <p:spPr/>
        <p:txBody>
          <a:bodyPr/>
          <a:lstStyle>
            <a:lvl1pPr>
              <a:defRPr/>
            </a:lvl1pPr>
          </a:lstStyle>
          <a:p>
            <a:fld id="{6FE7A501-9708-49D7-92B2-5A907392083F}" type="slidenum">
              <a:rPr lang="en-US" altLang="en-US"/>
              <a:pPr/>
              <a:t>‹#›</a:t>
            </a:fld>
            <a:endParaRPr lang="en-US" altLang="en-US"/>
          </a:p>
        </p:txBody>
      </p:sp>
    </p:spTree>
    <p:extLst>
      <p:ext uri="{BB962C8B-B14F-4D97-AF65-F5344CB8AC3E}">
        <p14:creationId xmlns:p14="http://schemas.microsoft.com/office/powerpoint/2010/main" val="1089307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5F906-B2D5-495A-A3E5-B3DB1FE25EDF}"/>
              </a:ext>
            </a:extLst>
          </p:cNvPr>
          <p:cNvSpPr>
            <a:spLocks noGrp="1"/>
          </p:cNvSpPr>
          <p:nvPr>
            <p:ph type="dt" sz="half" idx="10"/>
          </p:nvPr>
        </p:nvSpPr>
        <p:spPr/>
        <p:txBody>
          <a:bodyPr/>
          <a:lstStyle>
            <a:lvl1pPr>
              <a:defRPr/>
            </a:lvl1pPr>
          </a:lstStyle>
          <a:p>
            <a:fld id="{3A581232-05E3-4565-A109-6D5A8552B72E}"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A50FEB8B-064B-4403-8E7D-A2DD5E41ECB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0C4A211-D0CA-4BCE-B639-1CCD5560B066}"/>
              </a:ext>
            </a:extLst>
          </p:cNvPr>
          <p:cNvSpPr>
            <a:spLocks noGrp="1"/>
          </p:cNvSpPr>
          <p:nvPr>
            <p:ph type="sldNum" sz="quarter" idx="12"/>
          </p:nvPr>
        </p:nvSpPr>
        <p:spPr/>
        <p:txBody>
          <a:bodyPr/>
          <a:lstStyle>
            <a:lvl1pPr>
              <a:defRPr/>
            </a:lvl1pPr>
          </a:lstStyle>
          <a:p>
            <a:fld id="{3945BA9A-77E9-4722-8F9F-335EF1D83076}" type="slidenum">
              <a:rPr lang="en-US" altLang="en-US"/>
              <a:pPr/>
              <a:t>‹#›</a:t>
            </a:fld>
            <a:endParaRPr lang="en-US" altLang="en-US"/>
          </a:p>
        </p:txBody>
      </p:sp>
    </p:spTree>
    <p:extLst>
      <p:ext uri="{BB962C8B-B14F-4D97-AF65-F5344CB8AC3E}">
        <p14:creationId xmlns:p14="http://schemas.microsoft.com/office/powerpoint/2010/main" val="2969439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7BEC957-C7BC-44B4-9197-AD427E53E082}"/>
              </a:ext>
            </a:extLst>
          </p:cNvPr>
          <p:cNvSpPr>
            <a:spLocks noGrp="1"/>
          </p:cNvSpPr>
          <p:nvPr>
            <p:ph type="dt" sz="half" idx="10"/>
          </p:nvPr>
        </p:nvSpPr>
        <p:spPr/>
        <p:txBody>
          <a:bodyPr/>
          <a:lstStyle>
            <a:lvl1pPr>
              <a:defRPr/>
            </a:lvl1pPr>
          </a:lstStyle>
          <a:p>
            <a:fld id="{0CF2F536-D103-40ED-8B0D-B042C4EA91AB}"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5A205E5F-F3CD-411A-8DA6-03A6C2ED05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7343BA6-1F1D-426F-B2A0-64E9757552FD}"/>
              </a:ext>
            </a:extLst>
          </p:cNvPr>
          <p:cNvSpPr>
            <a:spLocks noGrp="1"/>
          </p:cNvSpPr>
          <p:nvPr>
            <p:ph type="sldNum" sz="quarter" idx="12"/>
          </p:nvPr>
        </p:nvSpPr>
        <p:spPr/>
        <p:txBody>
          <a:bodyPr/>
          <a:lstStyle>
            <a:lvl1pPr>
              <a:defRPr/>
            </a:lvl1pPr>
          </a:lstStyle>
          <a:p>
            <a:fld id="{66D40BEC-2707-4B25-8FE3-4E14160686F0}" type="slidenum">
              <a:rPr lang="en-US" altLang="en-US"/>
              <a:pPr/>
              <a:t>‹#›</a:t>
            </a:fld>
            <a:endParaRPr lang="en-US" altLang="en-US"/>
          </a:p>
        </p:txBody>
      </p:sp>
    </p:spTree>
    <p:extLst>
      <p:ext uri="{BB962C8B-B14F-4D97-AF65-F5344CB8AC3E}">
        <p14:creationId xmlns:p14="http://schemas.microsoft.com/office/powerpoint/2010/main" val="41433407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4D32B6-69EA-4E7B-B383-06430388C426}"/>
              </a:ext>
            </a:extLst>
          </p:cNvPr>
          <p:cNvSpPr>
            <a:spLocks noGrp="1"/>
          </p:cNvSpPr>
          <p:nvPr>
            <p:ph type="dt" sz="half" idx="10"/>
          </p:nvPr>
        </p:nvSpPr>
        <p:spPr/>
        <p:txBody>
          <a:bodyPr/>
          <a:lstStyle>
            <a:lvl1pPr>
              <a:defRPr/>
            </a:lvl1pPr>
          </a:lstStyle>
          <a:p>
            <a:fld id="{CE088DB9-CE87-475F-9BDC-9D8F854536F2}"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0028DFE5-B91F-4B14-94C4-E1C1CEFD73F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0AEFC1-F95B-41A7-9621-100BF3573FF1}"/>
              </a:ext>
            </a:extLst>
          </p:cNvPr>
          <p:cNvSpPr>
            <a:spLocks noGrp="1"/>
          </p:cNvSpPr>
          <p:nvPr>
            <p:ph type="sldNum" sz="quarter" idx="12"/>
          </p:nvPr>
        </p:nvSpPr>
        <p:spPr/>
        <p:txBody>
          <a:bodyPr/>
          <a:lstStyle>
            <a:lvl1pPr>
              <a:defRPr/>
            </a:lvl1pPr>
          </a:lstStyle>
          <a:p>
            <a:fld id="{DA0B9170-B52E-4380-955A-40C81D2EFDA9}" type="slidenum">
              <a:rPr lang="en-US" altLang="en-US"/>
              <a:pPr/>
              <a:t>‹#›</a:t>
            </a:fld>
            <a:endParaRPr lang="en-US" altLang="en-US"/>
          </a:p>
        </p:txBody>
      </p:sp>
    </p:spTree>
    <p:extLst>
      <p:ext uri="{BB962C8B-B14F-4D97-AF65-F5344CB8AC3E}">
        <p14:creationId xmlns:p14="http://schemas.microsoft.com/office/powerpoint/2010/main" val="1309720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34C700-6B2B-4EA9-BB96-171933FD4EB4}"/>
              </a:ext>
            </a:extLst>
          </p:cNvPr>
          <p:cNvSpPr>
            <a:spLocks noGrp="1"/>
          </p:cNvSpPr>
          <p:nvPr>
            <p:ph type="dt" sz="half" idx="10"/>
          </p:nvPr>
        </p:nvSpPr>
        <p:spPr/>
        <p:txBody>
          <a:bodyPr/>
          <a:lstStyle>
            <a:lvl1pPr>
              <a:defRPr/>
            </a:lvl1pPr>
          </a:lstStyle>
          <a:p>
            <a:fld id="{AF68052A-7D6C-4464-93EF-85C6D2E58478}"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000E3505-561A-4FC9-A88C-880E31D4EBC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81254FC-AA8D-4B1F-8DF1-26FF35BDEF5E}"/>
              </a:ext>
            </a:extLst>
          </p:cNvPr>
          <p:cNvSpPr>
            <a:spLocks noGrp="1"/>
          </p:cNvSpPr>
          <p:nvPr>
            <p:ph type="sldNum" sz="quarter" idx="12"/>
          </p:nvPr>
        </p:nvSpPr>
        <p:spPr/>
        <p:txBody>
          <a:bodyPr/>
          <a:lstStyle>
            <a:lvl1pPr>
              <a:defRPr/>
            </a:lvl1pPr>
          </a:lstStyle>
          <a:p>
            <a:fld id="{F470D2B2-7720-4A66-A033-0A2015E4B9C4}" type="slidenum">
              <a:rPr lang="en-US" altLang="en-US"/>
              <a:pPr/>
              <a:t>‹#›</a:t>
            </a:fld>
            <a:endParaRPr lang="en-US" altLang="en-US"/>
          </a:p>
        </p:txBody>
      </p:sp>
    </p:spTree>
    <p:extLst>
      <p:ext uri="{BB962C8B-B14F-4D97-AF65-F5344CB8AC3E}">
        <p14:creationId xmlns:p14="http://schemas.microsoft.com/office/powerpoint/2010/main" val="1114499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D77AAAE-D44E-4789-9154-FE2BF039AB68}"/>
              </a:ext>
            </a:extLst>
          </p:cNvPr>
          <p:cNvSpPr>
            <a:spLocks noGrp="1"/>
          </p:cNvSpPr>
          <p:nvPr>
            <p:ph type="dt" sz="half" idx="10"/>
          </p:nvPr>
        </p:nvSpPr>
        <p:spPr/>
        <p:txBody>
          <a:bodyPr/>
          <a:lstStyle>
            <a:lvl1pPr>
              <a:defRPr/>
            </a:lvl1pPr>
          </a:lstStyle>
          <a:p>
            <a:fld id="{4FABCE10-49D1-45C8-B226-30A37821F1F2}" type="datetimeFigureOut">
              <a:rPr lang="en-US" altLang="en-US"/>
              <a:pPr/>
              <a:t>8/31/2026</a:t>
            </a:fld>
            <a:endParaRPr lang="en-US" altLang="en-US"/>
          </a:p>
        </p:txBody>
      </p:sp>
      <p:sp>
        <p:nvSpPr>
          <p:cNvPr id="6" name="Footer Placeholder 4">
            <a:extLst>
              <a:ext uri="{FF2B5EF4-FFF2-40B4-BE49-F238E27FC236}">
                <a16:creationId xmlns:a16="http://schemas.microsoft.com/office/drawing/2014/main" id="{0A01D367-FC72-46BB-8C91-CFEC1A35905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07B59CE-BF00-4EA9-B74C-3639E2D70C23}"/>
              </a:ext>
            </a:extLst>
          </p:cNvPr>
          <p:cNvSpPr>
            <a:spLocks noGrp="1"/>
          </p:cNvSpPr>
          <p:nvPr>
            <p:ph type="sldNum" sz="quarter" idx="12"/>
          </p:nvPr>
        </p:nvSpPr>
        <p:spPr/>
        <p:txBody>
          <a:bodyPr/>
          <a:lstStyle>
            <a:lvl1pPr>
              <a:defRPr/>
            </a:lvl1pPr>
          </a:lstStyle>
          <a:p>
            <a:fld id="{62FCC4E2-F8E3-43B7-8B28-E39BC30061DC}" type="slidenum">
              <a:rPr lang="en-US" altLang="en-US"/>
              <a:pPr/>
              <a:t>‹#›</a:t>
            </a:fld>
            <a:endParaRPr lang="en-US" altLang="en-US"/>
          </a:p>
        </p:txBody>
      </p:sp>
    </p:spTree>
    <p:extLst>
      <p:ext uri="{BB962C8B-B14F-4D97-AF65-F5344CB8AC3E}">
        <p14:creationId xmlns:p14="http://schemas.microsoft.com/office/powerpoint/2010/main" val="23086299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8265C00-E750-44A0-94A6-7FFC9E5950A4}"/>
              </a:ext>
            </a:extLst>
          </p:cNvPr>
          <p:cNvSpPr>
            <a:spLocks noGrp="1"/>
          </p:cNvSpPr>
          <p:nvPr>
            <p:ph type="dt" sz="half" idx="10"/>
          </p:nvPr>
        </p:nvSpPr>
        <p:spPr/>
        <p:txBody>
          <a:bodyPr/>
          <a:lstStyle>
            <a:lvl1pPr>
              <a:defRPr/>
            </a:lvl1pPr>
          </a:lstStyle>
          <a:p>
            <a:fld id="{FD0B50DE-56E6-43E3-A451-AF04A19E1215}" type="datetimeFigureOut">
              <a:rPr lang="en-US" altLang="en-US"/>
              <a:pPr/>
              <a:t>8/31/2026</a:t>
            </a:fld>
            <a:endParaRPr lang="en-US" altLang="en-US"/>
          </a:p>
        </p:txBody>
      </p:sp>
      <p:sp>
        <p:nvSpPr>
          <p:cNvPr id="8" name="Footer Placeholder 4">
            <a:extLst>
              <a:ext uri="{FF2B5EF4-FFF2-40B4-BE49-F238E27FC236}">
                <a16:creationId xmlns:a16="http://schemas.microsoft.com/office/drawing/2014/main" id="{79BD640F-10FB-4E18-B6AC-8298B075CC2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7D5C301-C908-44E1-8077-87659482D250}"/>
              </a:ext>
            </a:extLst>
          </p:cNvPr>
          <p:cNvSpPr>
            <a:spLocks noGrp="1"/>
          </p:cNvSpPr>
          <p:nvPr>
            <p:ph type="sldNum" sz="quarter" idx="12"/>
          </p:nvPr>
        </p:nvSpPr>
        <p:spPr/>
        <p:txBody>
          <a:bodyPr/>
          <a:lstStyle>
            <a:lvl1pPr>
              <a:defRPr/>
            </a:lvl1pPr>
          </a:lstStyle>
          <a:p>
            <a:fld id="{0841ACA7-D1B2-49AA-A1A4-FD6FA464F7CD}" type="slidenum">
              <a:rPr lang="en-US" altLang="en-US"/>
              <a:pPr/>
              <a:t>‹#›</a:t>
            </a:fld>
            <a:endParaRPr lang="en-US" altLang="en-US"/>
          </a:p>
        </p:txBody>
      </p:sp>
    </p:spTree>
    <p:extLst>
      <p:ext uri="{BB962C8B-B14F-4D97-AF65-F5344CB8AC3E}">
        <p14:creationId xmlns:p14="http://schemas.microsoft.com/office/powerpoint/2010/main" val="6246262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8ABAF0C-9F83-4D76-A7EB-1D0F3F600ADB}"/>
              </a:ext>
            </a:extLst>
          </p:cNvPr>
          <p:cNvSpPr>
            <a:spLocks noGrp="1"/>
          </p:cNvSpPr>
          <p:nvPr>
            <p:ph type="dt" sz="half" idx="10"/>
          </p:nvPr>
        </p:nvSpPr>
        <p:spPr/>
        <p:txBody>
          <a:bodyPr/>
          <a:lstStyle>
            <a:lvl1pPr>
              <a:defRPr/>
            </a:lvl1pPr>
          </a:lstStyle>
          <a:p>
            <a:fld id="{7CAB5C65-2A43-495C-835F-33FAB82C7FAC}" type="datetimeFigureOut">
              <a:rPr lang="en-US" altLang="en-US"/>
              <a:pPr/>
              <a:t>8/31/2026</a:t>
            </a:fld>
            <a:endParaRPr lang="en-US" altLang="en-US"/>
          </a:p>
        </p:txBody>
      </p:sp>
      <p:sp>
        <p:nvSpPr>
          <p:cNvPr id="4" name="Footer Placeholder 4">
            <a:extLst>
              <a:ext uri="{FF2B5EF4-FFF2-40B4-BE49-F238E27FC236}">
                <a16:creationId xmlns:a16="http://schemas.microsoft.com/office/drawing/2014/main" id="{50875962-4188-4655-B825-2D67F1A0868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5806F28-B3EC-40B8-9338-5D1C06CB4E6D}"/>
              </a:ext>
            </a:extLst>
          </p:cNvPr>
          <p:cNvSpPr>
            <a:spLocks noGrp="1"/>
          </p:cNvSpPr>
          <p:nvPr>
            <p:ph type="sldNum" sz="quarter" idx="12"/>
          </p:nvPr>
        </p:nvSpPr>
        <p:spPr/>
        <p:txBody>
          <a:bodyPr/>
          <a:lstStyle>
            <a:lvl1pPr>
              <a:defRPr/>
            </a:lvl1pPr>
          </a:lstStyle>
          <a:p>
            <a:fld id="{201AEE98-2AF2-477C-BC54-C6EB448B2B22}" type="slidenum">
              <a:rPr lang="en-US" altLang="en-US"/>
              <a:pPr/>
              <a:t>‹#›</a:t>
            </a:fld>
            <a:endParaRPr lang="en-US" altLang="en-US"/>
          </a:p>
        </p:txBody>
      </p:sp>
    </p:spTree>
    <p:extLst>
      <p:ext uri="{BB962C8B-B14F-4D97-AF65-F5344CB8AC3E}">
        <p14:creationId xmlns:p14="http://schemas.microsoft.com/office/powerpoint/2010/main" val="509682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C78B922-245B-4C5A-83CB-F2FB65EF295B}"/>
              </a:ext>
            </a:extLst>
          </p:cNvPr>
          <p:cNvSpPr>
            <a:spLocks noGrp="1"/>
          </p:cNvSpPr>
          <p:nvPr>
            <p:ph type="dt" sz="half" idx="10"/>
          </p:nvPr>
        </p:nvSpPr>
        <p:spPr/>
        <p:txBody>
          <a:bodyPr/>
          <a:lstStyle>
            <a:lvl1pPr>
              <a:defRPr/>
            </a:lvl1pPr>
          </a:lstStyle>
          <a:p>
            <a:fld id="{06F32475-3AD3-489A-B2FF-D90BFE23FB27}" type="datetimeFigureOut">
              <a:rPr lang="en-US" altLang="en-US"/>
              <a:pPr/>
              <a:t>8/31/2026</a:t>
            </a:fld>
            <a:endParaRPr lang="en-US" altLang="en-US"/>
          </a:p>
        </p:txBody>
      </p:sp>
      <p:sp>
        <p:nvSpPr>
          <p:cNvPr id="3" name="Footer Placeholder 4">
            <a:extLst>
              <a:ext uri="{FF2B5EF4-FFF2-40B4-BE49-F238E27FC236}">
                <a16:creationId xmlns:a16="http://schemas.microsoft.com/office/drawing/2014/main" id="{72998CD3-20EB-4EE9-BDA0-A380C759E49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8649A9E4-6F9A-4EF0-8D13-F43C2208D1EA}"/>
              </a:ext>
            </a:extLst>
          </p:cNvPr>
          <p:cNvSpPr>
            <a:spLocks noGrp="1"/>
          </p:cNvSpPr>
          <p:nvPr>
            <p:ph type="sldNum" sz="quarter" idx="12"/>
          </p:nvPr>
        </p:nvSpPr>
        <p:spPr/>
        <p:txBody>
          <a:bodyPr/>
          <a:lstStyle>
            <a:lvl1pPr>
              <a:defRPr/>
            </a:lvl1pPr>
          </a:lstStyle>
          <a:p>
            <a:fld id="{A80C1CB5-923B-40A5-8C27-BDDC47684A7A}" type="slidenum">
              <a:rPr lang="en-US" altLang="en-US"/>
              <a:pPr/>
              <a:t>‹#›</a:t>
            </a:fld>
            <a:endParaRPr lang="en-US" altLang="en-US"/>
          </a:p>
        </p:txBody>
      </p:sp>
    </p:spTree>
    <p:extLst>
      <p:ext uri="{BB962C8B-B14F-4D97-AF65-F5344CB8AC3E}">
        <p14:creationId xmlns:p14="http://schemas.microsoft.com/office/powerpoint/2010/main" val="3484241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C3F4DC7-F2B9-4E03-800D-CB6D42ED96D6}"/>
              </a:ext>
            </a:extLst>
          </p:cNvPr>
          <p:cNvSpPr>
            <a:spLocks noGrp="1"/>
          </p:cNvSpPr>
          <p:nvPr>
            <p:ph type="dt" sz="half" idx="10"/>
          </p:nvPr>
        </p:nvSpPr>
        <p:spPr/>
        <p:txBody>
          <a:bodyPr/>
          <a:lstStyle>
            <a:lvl1pPr>
              <a:defRPr/>
            </a:lvl1pPr>
          </a:lstStyle>
          <a:p>
            <a:fld id="{A1F18691-751E-498E-A530-DD25E84AFB09}" type="datetimeFigureOut">
              <a:rPr lang="en-US" altLang="en-US"/>
              <a:pPr/>
              <a:t>8/31/2026</a:t>
            </a:fld>
            <a:endParaRPr lang="en-US" altLang="en-US"/>
          </a:p>
        </p:txBody>
      </p:sp>
      <p:sp>
        <p:nvSpPr>
          <p:cNvPr id="6" name="Footer Placeholder 4">
            <a:extLst>
              <a:ext uri="{FF2B5EF4-FFF2-40B4-BE49-F238E27FC236}">
                <a16:creationId xmlns:a16="http://schemas.microsoft.com/office/drawing/2014/main" id="{85B77A4D-AAD0-4363-9FD2-6C98492644B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7AE184D-4FC7-4996-BB76-1E778EF8E060}"/>
              </a:ext>
            </a:extLst>
          </p:cNvPr>
          <p:cNvSpPr>
            <a:spLocks noGrp="1"/>
          </p:cNvSpPr>
          <p:nvPr>
            <p:ph type="sldNum" sz="quarter" idx="12"/>
          </p:nvPr>
        </p:nvSpPr>
        <p:spPr/>
        <p:txBody>
          <a:bodyPr/>
          <a:lstStyle>
            <a:lvl1pPr>
              <a:defRPr/>
            </a:lvl1pPr>
          </a:lstStyle>
          <a:p>
            <a:fld id="{76EAB45B-6660-49DE-8DED-F429E8F2C64E}" type="slidenum">
              <a:rPr lang="en-US" altLang="en-US"/>
              <a:pPr/>
              <a:t>‹#›</a:t>
            </a:fld>
            <a:endParaRPr lang="en-US" altLang="en-US"/>
          </a:p>
        </p:txBody>
      </p:sp>
    </p:spTree>
    <p:extLst>
      <p:ext uri="{BB962C8B-B14F-4D97-AF65-F5344CB8AC3E}">
        <p14:creationId xmlns:p14="http://schemas.microsoft.com/office/powerpoint/2010/main" val="1591486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E952CF0-B28C-4E0F-B67E-1E67AE35C3EB}"/>
              </a:ext>
            </a:extLst>
          </p:cNvPr>
          <p:cNvSpPr>
            <a:spLocks noGrp="1"/>
          </p:cNvSpPr>
          <p:nvPr>
            <p:ph type="dt" sz="half" idx="10"/>
          </p:nvPr>
        </p:nvSpPr>
        <p:spPr/>
        <p:txBody>
          <a:bodyPr/>
          <a:lstStyle>
            <a:lvl1pPr>
              <a:defRPr/>
            </a:lvl1pPr>
          </a:lstStyle>
          <a:p>
            <a:fld id="{66A2B36D-D5D8-4BB4-A013-C19AEC6D3F7A}" type="datetimeFigureOut">
              <a:rPr lang="en-US" altLang="en-US"/>
              <a:pPr/>
              <a:t>8/31/2026</a:t>
            </a:fld>
            <a:endParaRPr lang="en-US" altLang="en-US"/>
          </a:p>
        </p:txBody>
      </p:sp>
      <p:sp>
        <p:nvSpPr>
          <p:cNvPr id="6" name="Footer Placeholder 4">
            <a:extLst>
              <a:ext uri="{FF2B5EF4-FFF2-40B4-BE49-F238E27FC236}">
                <a16:creationId xmlns:a16="http://schemas.microsoft.com/office/drawing/2014/main" id="{9441671E-A33B-40F4-A47D-113E1154C1A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B8F484C-3F81-483F-84C4-93F9B2A4F01F}"/>
              </a:ext>
            </a:extLst>
          </p:cNvPr>
          <p:cNvSpPr>
            <a:spLocks noGrp="1"/>
          </p:cNvSpPr>
          <p:nvPr>
            <p:ph type="sldNum" sz="quarter" idx="12"/>
          </p:nvPr>
        </p:nvSpPr>
        <p:spPr/>
        <p:txBody>
          <a:bodyPr/>
          <a:lstStyle>
            <a:lvl1pPr>
              <a:defRPr/>
            </a:lvl1pPr>
          </a:lstStyle>
          <a:p>
            <a:fld id="{359920D4-B200-4736-A7AC-75AD36DF5471}" type="slidenum">
              <a:rPr lang="en-US" altLang="en-US"/>
              <a:pPr/>
              <a:t>‹#›</a:t>
            </a:fld>
            <a:endParaRPr lang="en-US" altLang="en-US"/>
          </a:p>
        </p:txBody>
      </p:sp>
    </p:spTree>
    <p:extLst>
      <p:ext uri="{BB962C8B-B14F-4D97-AF65-F5344CB8AC3E}">
        <p14:creationId xmlns:p14="http://schemas.microsoft.com/office/powerpoint/2010/main" val="3489102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C78175-FCA8-4C9B-BEAD-92522C503349}"/>
              </a:ext>
            </a:extLst>
          </p:cNvPr>
          <p:cNvSpPr>
            <a:spLocks noGrp="1"/>
          </p:cNvSpPr>
          <p:nvPr>
            <p:ph type="dt" sz="half" idx="10"/>
          </p:nvPr>
        </p:nvSpPr>
        <p:spPr/>
        <p:txBody>
          <a:bodyPr/>
          <a:lstStyle>
            <a:lvl1pPr>
              <a:defRPr/>
            </a:lvl1pPr>
          </a:lstStyle>
          <a:p>
            <a:fld id="{CE750C9E-C01E-4445-8B2D-0DC73CBB0DBF}"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13DB7D6E-350C-4BDF-BE7C-3C0BCA8377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6F084A0-3775-4BFC-8CC9-8C86EAF0EADA}"/>
              </a:ext>
            </a:extLst>
          </p:cNvPr>
          <p:cNvSpPr>
            <a:spLocks noGrp="1"/>
          </p:cNvSpPr>
          <p:nvPr>
            <p:ph type="sldNum" sz="quarter" idx="12"/>
          </p:nvPr>
        </p:nvSpPr>
        <p:spPr/>
        <p:txBody>
          <a:bodyPr/>
          <a:lstStyle>
            <a:lvl1pPr>
              <a:defRPr/>
            </a:lvl1pPr>
          </a:lstStyle>
          <a:p>
            <a:fld id="{9A94BA6D-7255-4B44-9A92-0CD21BBBC811}" type="slidenum">
              <a:rPr lang="en-US" altLang="en-US"/>
              <a:pPr/>
              <a:t>‹#›</a:t>
            </a:fld>
            <a:endParaRPr lang="en-US" altLang="en-US"/>
          </a:p>
        </p:txBody>
      </p:sp>
    </p:spTree>
    <p:extLst>
      <p:ext uri="{BB962C8B-B14F-4D97-AF65-F5344CB8AC3E}">
        <p14:creationId xmlns:p14="http://schemas.microsoft.com/office/powerpoint/2010/main" val="38071015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B3D65D-D3B0-4E01-AE31-71D9F016E684}"/>
              </a:ext>
            </a:extLst>
          </p:cNvPr>
          <p:cNvSpPr>
            <a:spLocks noGrp="1"/>
          </p:cNvSpPr>
          <p:nvPr>
            <p:ph type="dt" sz="half" idx="10"/>
          </p:nvPr>
        </p:nvSpPr>
        <p:spPr/>
        <p:txBody>
          <a:bodyPr/>
          <a:lstStyle>
            <a:lvl1pPr>
              <a:defRPr/>
            </a:lvl1pPr>
          </a:lstStyle>
          <a:p>
            <a:fld id="{3A77F80B-8705-4054-BDEA-F6EC28BE20FF}"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D0423792-72EE-49F6-B98C-35DBDB63296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1A4D1C8-DDBC-474F-B477-52B70ABE42CF}"/>
              </a:ext>
            </a:extLst>
          </p:cNvPr>
          <p:cNvSpPr>
            <a:spLocks noGrp="1"/>
          </p:cNvSpPr>
          <p:nvPr>
            <p:ph type="sldNum" sz="quarter" idx="12"/>
          </p:nvPr>
        </p:nvSpPr>
        <p:spPr/>
        <p:txBody>
          <a:bodyPr/>
          <a:lstStyle>
            <a:lvl1pPr>
              <a:defRPr/>
            </a:lvl1pPr>
          </a:lstStyle>
          <a:p>
            <a:fld id="{EA3DEF5B-C4BA-42FC-AD5C-194992041F2D}" type="slidenum">
              <a:rPr lang="en-US" altLang="en-US"/>
              <a:pPr/>
              <a:t>‹#›</a:t>
            </a:fld>
            <a:endParaRPr lang="en-US" altLang="en-US"/>
          </a:p>
        </p:txBody>
      </p:sp>
    </p:spTree>
    <p:extLst>
      <p:ext uri="{BB962C8B-B14F-4D97-AF65-F5344CB8AC3E}">
        <p14:creationId xmlns:p14="http://schemas.microsoft.com/office/powerpoint/2010/main" val="1093593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4.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4E3AAE7E-84E0-4192-8581-33D1B423911C}"/>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3DFB29D4-AEEE-4A87-989C-13516A05399E}"/>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3959B34-537B-42A6-9123-06594B925EF9}"/>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B54B1E2A-4348-43A3-AED5-C114B3E217BA}"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C71ABAF1-8E72-4293-9768-62541AC8041E}"/>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521D4CEF-99C0-469A-82F7-E19F99B6CA74}"/>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44FB8E3-8003-420B-9ACE-792D4DC8C407}" type="slidenum">
              <a:rPr lang="en-US" altLang="en-US"/>
              <a:pPr/>
              <a:t>‹#›</a:t>
            </a:fld>
            <a:endParaRPr lang="en-US" altLang="en-US"/>
          </a:p>
        </p:txBody>
      </p:sp>
      <p:pic>
        <p:nvPicPr>
          <p:cNvPr id="2055" name="Picture 6" descr="GenBackground.jpg">
            <a:extLst>
              <a:ext uri="{FF2B5EF4-FFF2-40B4-BE49-F238E27FC236}">
                <a16:creationId xmlns:a16="http://schemas.microsoft.com/office/drawing/2014/main" id="{FC891139-DE7B-4FFA-966C-BEB3D4757A6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9" r:id="rId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ACBB8FE9-3144-48E1-95CF-90D5B62FCF37}"/>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522E3450-16DE-4320-9333-12326883D95F}"/>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9A9D162-5A09-4530-B28F-231F261B782E}"/>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1489033D-2343-4DBD-93C2-500D6EFBAB34}"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88ECA21D-7A85-4DC2-9D2A-0D6F63854E86}"/>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E3D3CFC4-0EB8-4829-B813-4E231F551EA2}"/>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5F31E7A-8719-4737-A972-44D21473F6A1}" type="slidenum">
              <a:rPr lang="en-US" altLang="en-US"/>
              <a:pPr/>
              <a:t>‹#›</a:t>
            </a:fld>
            <a:endParaRPr lang="en-US" altLang="en-US"/>
          </a:p>
        </p:txBody>
      </p:sp>
      <p:pic>
        <p:nvPicPr>
          <p:cNvPr id="3079" name="Picture 6" descr="GenBackground2.jpg">
            <a:extLst>
              <a:ext uri="{FF2B5EF4-FFF2-40B4-BE49-F238E27FC236}">
                <a16:creationId xmlns:a16="http://schemas.microsoft.com/office/drawing/2014/main" id="{B4EC3CCC-926B-4AEB-84EC-7BA5870C4B7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0" r:id="rId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2365D9B5-E510-4476-AF80-39A6CDFE11D3}"/>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a:extLst>
              <a:ext uri="{FF2B5EF4-FFF2-40B4-BE49-F238E27FC236}">
                <a16:creationId xmlns:a16="http://schemas.microsoft.com/office/drawing/2014/main" id="{571DB1BA-BC1A-48ED-83C9-803FB1EEA234}"/>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E990F7B-A56B-4F22-86D5-554831F8A388}"/>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CA81765A-6E6E-4A74-961F-04D0B213FF3E}"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9F969F0D-B087-4ECD-B6F0-1A38908C062C}"/>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95C927CA-636A-4A43-B2CE-C1AE474B0E18}"/>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F733C12D-4865-425C-9522-7A1CEDE07B59}" type="slidenum">
              <a:rPr lang="en-US" altLang="en-US"/>
              <a:pPr/>
              <a:t>‹#›</a:t>
            </a:fld>
            <a:endParaRPr lang="en-US" altLang="en-US"/>
          </a:p>
        </p:txBody>
      </p:sp>
      <p:pic>
        <p:nvPicPr>
          <p:cNvPr id="4103" name="Picture 6" descr="GenBackground4.jpg">
            <a:extLst>
              <a:ext uri="{FF2B5EF4-FFF2-40B4-BE49-F238E27FC236}">
                <a16:creationId xmlns:a16="http://schemas.microsoft.com/office/drawing/2014/main" id="{C6350532-9409-45C5-99C5-F4C343268412}"/>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Title Placeholder 1">
            <a:extLst>
              <a:ext uri="{FF2B5EF4-FFF2-40B4-BE49-F238E27FC236}">
                <a16:creationId xmlns:a16="http://schemas.microsoft.com/office/drawing/2014/main" id="{EF40AF55-BCB0-4BA1-9984-D01391917C0F}"/>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123" name="Text Placeholder 2">
            <a:extLst>
              <a:ext uri="{FF2B5EF4-FFF2-40B4-BE49-F238E27FC236}">
                <a16:creationId xmlns:a16="http://schemas.microsoft.com/office/drawing/2014/main" id="{060CDD73-722A-4CD1-AD2A-BD9800BB1796}"/>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B901FA3-A37A-403B-8273-0A0A4401666F}"/>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614C501F-7830-4203-A9C5-282ECCEFC4F7}" type="datetimeFigureOut">
              <a:rPr lang="en-US" altLang="en-US"/>
              <a:pPr/>
              <a:t>8/31/2026</a:t>
            </a:fld>
            <a:endParaRPr lang="en-US" altLang="en-US"/>
          </a:p>
        </p:txBody>
      </p:sp>
      <p:sp>
        <p:nvSpPr>
          <p:cNvPr id="5" name="Footer Placeholder 4">
            <a:extLst>
              <a:ext uri="{FF2B5EF4-FFF2-40B4-BE49-F238E27FC236}">
                <a16:creationId xmlns:a16="http://schemas.microsoft.com/office/drawing/2014/main" id="{B82565B5-80F4-4B43-89D5-2F137EA54731}"/>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BFCFE557-88E2-4276-A6EA-B90C3D11B8CF}"/>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C97D2EA-1DDE-432A-B908-8AF4CE12B806}" type="slidenum">
              <a:rPr lang="en-US" altLang="en-US"/>
              <a:pPr/>
              <a:t>‹#›</a:t>
            </a:fld>
            <a:endParaRPr lang="en-US" altLang="en-US"/>
          </a:p>
        </p:txBody>
      </p:sp>
      <p:pic>
        <p:nvPicPr>
          <p:cNvPr id="5127" name="Picture 6" descr="GenBackground3.jpg">
            <a:extLst>
              <a:ext uri="{FF2B5EF4-FFF2-40B4-BE49-F238E27FC236}">
                <a16:creationId xmlns:a16="http://schemas.microsoft.com/office/drawing/2014/main" id="{ACFAD57C-E18D-49E8-882A-AC37538F4859}"/>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gi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gif"/></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4.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akhileshgoud/Unisex-Restroom-Problem/blob/master/restroom_with_capacity.c"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5.gif"/><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7.sv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9DBAF1C2-9FB6-4290-AD3E-99D6A931443F}"/>
              </a:ext>
            </a:extLst>
          </p:cNvPr>
          <p:cNvSpPr>
            <a:spLocks noGrp="1"/>
          </p:cNvSpPr>
          <p:nvPr>
            <p:ph type="ctrTitle"/>
          </p:nvPr>
        </p:nvSpPr>
        <p:spPr>
          <a:xfrm>
            <a:off x="2880360" y="418794"/>
            <a:ext cx="5577840" cy="1554479"/>
          </a:xfrm>
        </p:spPr>
        <p:txBody>
          <a:bodyPr/>
          <a:lstStyle/>
          <a:p>
            <a:r>
              <a:rPr lang="en-US" altLang="en-US" dirty="0">
                <a:solidFill>
                  <a:schemeClr val="bg1"/>
                </a:solidFill>
              </a:rPr>
              <a:t>CMSC 603</a:t>
            </a:r>
            <a:br>
              <a:rPr lang="en-US" altLang="en-US" dirty="0">
                <a:solidFill>
                  <a:schemeClr val="bg1"/>
                </a:solidFill>
              </a:rPr>
            </a:br>
            <a:r>
              <a:rPr lang="en-US" altLang="en-US" dirty="0">
                <a:solidFill>
                  <a:schemeClr val="bg1"/>
                </a:solidFill>
              </a:rPr>
              <a:t>High-Performance Distributed Systems</a:t>
            </a:r>
          </a:p>
        </p:txBody>
      </p:sp>
      <p:sp>
        <p:nvSpPr>
          <p:cNvPr id="3" name="Subtitle 2">
            <a:extLst>
              <a:ext uri="{FF2B5EF4-FFF2-40B4-BE49-F238E27FC236}">
                <a16:creationId xmlns:a16="http://schemas.microsoft.com/office/drawing/2014/main" id="{192CDDD7-DDB7-43AE-BECD-19516B258AB9}"/>
              </a:ext>
            </a:extLst>
          </p:cNvPr>
          <p:cNvSpPr>
            <a:spLocks noGrp="1"/>
          </p:cNvSpPr>
          <p:nvPr>
            <p:ph type="subTitle" idx="1"/>
          </p:nvPr>
        </p:nvSpPr>
        <p:spPr>
          <a:xfrm>
            <a:off x="3223260" y="2398088"/>
            <a:ext cx="4892040" cy="727710"/>
          </a:xfrm>
        </p:spPr>
        <p:txBody>
          <a:bodyPr rtlCol="0">
            <a:normAutofit/>
          </a:bodyPr>
          <a:lstStyle/>
          <a:p>
            <a:pPr fontAlgn="auto">
              <a:spcAft>
                <a:spcPts val="0"/>
              </a:spcAft>
              <a:buFont typeface="Arial"/>
              <a:buNone/>
              <a:defRPr/>
            </a:pPr>
            <a:r>
              <a:rPr lang="en-US" dirty="0">
                <a:solidFill>
                  <a:schemeClr val="bg1"/>
                </a:solidFill>
                <a:latin typeface="+mj-lt"/>
                <a:ea typeface="+mn-ea"/>
              </a:rPr>
              <a:t>Concurrency and parallelism</a:t>
            </a:r>
          </a:p>
        </p:txBody>
      </p:sp>
      <p:sp>
        <p:nvSpPr>
          <p:cNvPr id="2" name="TextBox 1">
            <a:extLst>
              <a:ext uri="{FF2B5EF4-FFF2-40B4-BE49-F238E27FC236}">
                <a16:creationId xmlns:a16="http://schemas.microsoft.com/office/drawing/2014/main" id="{0D1FECE5-4D6B-49DE-9441-EFA9D6C573F0}"/>
              </a:ext>
            </a:extLst>
          </p:cNvPr>
          <p:cNvSpPr txBox="1"/>
          <p:nvPr/>
        </p:nvSpPr>
        <p:spPr>
          <a:xfrm>
            <a:off x="4783204" y="3468349"/>
            <a:ext cx="4019818" cy="1446550"/>
          </a:xfrm>
          <a:prstGeom prst="rect">
            <a:avLst/>
          </a:prstGeom>
          <a:noFill/>
        </p:spPr>
        <p:txBody>
          <a:bodyPr wrap="none" rtlCol="0">
            <a:spAutoFit/>
          </a:bodyPr>
          <a:lstStyle/>
          <a:p>
            <a:pPr algn="ctr"/>
            <a:r>
              <a:rPr lang="en-US" sz="2200" dirty="0">
                <a:solidFill>
                  <a:schemeClr val="bg1"/>
                </a:solidFill>
              </a:rPr>
              <a:t>Dr. Preetam Ghosh</a:t>
            </a:r>
          </a:p>
          <a:p>
            <a:pPr algn="ctr"/>
            <a:r>
              <a:rPr lang="en-US" sz="2200" dirty="0">
                <a:solidFill>
                  <a:schemeClr val="bg1"/>
                </a:solidFill>
              </a:rPr>
              <a:t>Professor</a:t>
            </a:r>
          </a:p>
          <a:p>
            <a:pPr algn="ctr"/>
            <a:r>
              <a:rPr lang="en-US" sz="2200" dirty="0">
                <a:solidFill>
                  <a:schemeClr val="bg1"/>
                </a:solidFill>
              </a:rPr>
              <a:t>Department of Computer Science</a:t>
            </a:r>
          </a:p>
          <a:p>
            <a:pPr algn="ctr"/>
            <a:r>
              <a:rPr lang="en-US" sz="2200" dirty="0">
                <a:solidFill>
                  <a:schemeClr val="bg1"/>
                </a:solidFill>
              </a:rPr>
              <a:t>pghosh@vcu.edu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224875"/>
          </a:xfrm>
          <a:prstGeom prst="rect">
            <a:avLst/>
          </a:prstGeom>
          <a:noFill/>
        </p:spPr>
        <p:txBody>
          <a:bodyPr wrap="square" lIns="457200" tIns="182880" rIns="457200" bIns="0" rtlCol="0">
            <a:spAutoFit/>
          </a:bodyPr>
          <a:lstStyle/>
          <a:p>
            <a:pPr>
              <a:spcAft>
                <a:spcPts val="1000"/>
              </a:spcAft>
            </a:pPr>
            <a:r>
              <a:rPr lang="en-US" dirty="0"/>
              <a:t>Physical view:</a:t>
            </a:r>
          </a:p>
          <a:p>
            <a:pPr marL="800100" lvl="1" indent="-342900">
              <a:lnSpc>
                <a:spcPct val="150000"/>
              </a:lnSpc>
              <a:spcAft>
                <a:spcPts val="1000"/>
              </a:spcAft>
              <a:buFont typeface="Arial" panose="020B0604020202020204" pitchFamily="34" charset="0"/>
              <a:buChar char="•"/>
            </a:pPr>
            <a:r>
              <a:rPr lang="en-US" dirty="0"/>
              <a:t>Single-core CPU</a:t>
            </a:r>
          </a:p>
          <a:p>
            <a:pPr marL="800100" lvl="1" indent="-342900">
              <a:lnSpc>
                <a:spcPct val="150000"/>
              </a:lnSpc>
              <a:spcAft>
                <a:spcPts val="1000"/>
              </a:spcAft>
              <a:buFont typeface="Arial" panose="020B0604020202020204" pitchFamily="34" charset="0"/>
              <a:buChar char="•"/>
            </a:pPr>
            <a:r>
              <a:rPr lang="en-US" dirty="0"/>
              <a:t>Simultaneous multi-threading (SMT/HT)</a:t>
            </a:r>
          </a:p>
          <a:p>
            <a:pPr marL="800100" lvl="1" indent="-342900">
              <a:lnSpc>
                <a:spcPct val="150000"/>
              </a:lnSpc>
              <a:spcAft>
                <a:spcPts val="1000"/>
              </a:spcAft>
              <a:buFont typeface="Arial" panose="020B0604020202020204" pitchFamily="34" charset="0"/>
              <a:buChar char="•"/>
            </a:pPr>
            <a:r>
              <a:rPr lang="en-US" dirty="0"/>
              <a:t>Multi-core CPU</a:t>
            </a:r>
          </a:p>
          <a:p>
            <a:pPr marL="800100" lvl="1" indent="-342900">
              <a:lnSpc>
                <a:spcPct val="150000"/>
              </a:lnSpc>
              <a:spcAft>
                <a:spcPts val="1000"/>
              </a:spcAft>
              <a:buFont typeface="Arial" panose="020B0604020202020204" pitchFamily="34" charset="0"/>
              <a:buChar char="•"/>
            </a:pPr>
            <a:r>
              <a:rPr lang="en-US" dirty="0"/>
              <a:t>Multi-processor system</a:t>
            </a:r>
          </a:p>
          <a:p>
            <a:pPr marL="800100" lvl="1" indent="-342900">
              <a:lnSpc>
                <a:spcPct val="150000"/>
              </a:lnSpc>
              <a:spcAft>
                <a:spcPts val="1000"/>
              </a:spcAft>
              <a:buFont typeface="Arial" panose="020B0604020202020204" pitchFamily="34" charset="0"/>
              <a:buChar char="•"/>
            </a:pPr>
            <a:r>
              <a:rPr lang="en-US" dirty="0"/>
              <a:t>Cluster</a:t>
            </a:r>
          </a:p>
          <a:p>
            <a:pPr marL="800100" lvl="1" indent="-342900">
              <a:lnSpc>
                <a:spcPct val="150000"/>
              </a:lnSpc>
              <a:spcAft>
                <a:spcPts val="1000"/>
              </a:spcAft>
              <a:buFont typeface="Arial" panose="020B0604020202020204" pitchFamily="34" charset="0"/>
              <a:buChar char="•"/>
            </a:pPr>
            <a:r>
              <a:rPr lang="en-US" dirty="0"/>
              <a:t>Grid</a:t>
            </a:r>
          </a:p>
          <a:p>
            <a:pPr marL="800100" lvl="1" indent="-342900">
              <a:lnSpc>
                <a:spcPct val="150000"/>
              </a:lnSpc>
              <a:spcAft>
                <a:spcPts val="1000"/>
              </a:spcAft>
              <a:buFont typeface="Arial" panose="020B0604020202020204" pitchFamily="34" charset="0"/>
              <a:buChar char="•"/>
            </a:pPr>
            <a:r>
              <a:rPr lang="en-US" dirty="0"/>
              <a:t>Cloud</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cxnSp>
        <p:nvCxnSpPr>
          <p:cNvPr id="17" name="Straight Arrow Connector 16">
            <a:extLst>
              <a:ext uri="{FF2B5EF4-FFF2-40B4-BE49-F238E27FC236}">
                <a16:creationId xmlns:a16="http://schemas.microsoft.com/office/drawing/2014/main" id="{9846089B-9A85-48EC-B724-E97FF3D193A5}"/>
              </a:ext>
            </a:extLst>
          </p:cNvPr>
          <p:cNvCxnSpPr>
            <a:cxnSpLocks/>
          </p:cNvCxnSpPr>
          <p:nvPr/>
        </p:nvCxnSpPr>
        <p:spPr>
          <a:xfrm>
            <a:off x="640080" y="1249680"/>
            <a:ext cx="0" cy="327660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pic>
        <p:nvPicPr>
          <p:cNvPr id="1026" name="Picture 2" descr="AMD Ryzen 5000 Zen 3 Desktop CPU Gets First High-Res Infrared Die Shot,  Vermeer Fully Detailed">
            <a:extLst>
              <a:ext uri="{FF2B5EF4-FFF2-40B4-BE49-F238E27FC236}">
                <a16:creationId xmlns:a16="http://schemas.microsoft.com/office/drawing/2014/main" id="{D9578B18-6F8C-4A4D-AB22-F69D4A0ED9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7632" y="909486"/>
            <a:ext cx="3368124" cy="22207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2D6E35E-1676-ABB0-4C61-370406C4D221}"/>
              </a:ext>
            </a:extLst>
          </p:cNvPr>
          <p:cNvSpPr txBox="1"/>
          <p:nvPr/>
        </p:nvSpPr>
        <p:spPr>
          <a:xfrm rot="16200000">
            <a:off x="-288121" y="2703314"/>
            <a:ext cx="1252728" cy="369332"/>
          </a:xfrm>
          <a:prstGeom prst="rect">
            <a:avLst/>
          </a:prstGeom>
          <a:noFill/>
        </p:spPr>
        <p:txBody>
          <a:bodyPr wrap="square">
            <a:spAutoFit/>
          </a:bodyPr>
          <a:lstStyle/>
          <a:p>
            <a:pPr algn="ctr"/>
            <a:r>
              <a:rPr lang="en-US" dirty="0"/>
              <a:t>Scalability</a:t>
            </a:r>
          </a:p>
        </p:txBody>
      </p:sp>
      <p:pic>
        <p:nvPicPr>
          <p:cNvPr id="1028" name="Picture 4" descr="Best Physical Security Practices for Your Server Room | HackerNoon">
            <a:extLst>
              <a:ext uri="{FF2B5EF4-FFF2-40B4-BE49-F238E27FC236}">
                <a16:creationId xmlns:a16="http://schemas.microsoft.com/office/drawing/2014/main" id="{2BA3AD88-4D79-7387-1598-67DD2F3571B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40"/>
          <a:stretch/>
        </p:blipFill>
        <p:spPr bwMode="auto">
          <a:xfrm>
            <a:off x="5437632" y="3255265"/>
            <a:ext cx="3368124" cy="1752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673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http://www.javamex.com/tutorials/threads/ThreadDiagram.png">
            <a:extLst>
              <a:ext uri="{FF2B5EF4-FFF2-40B4-BE49-F238E27FC236}">
                <a16:creationId xmlns:a16="http://schemas.microsoft.com/office/drawing/2014/main" id="{1D02D485-CA02-4942-8702-3E116CC3E2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4624" y="2476034"/>
            <a:ext cx="3218265" cy="248611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3414396"/>
          </a:xfrm>
          <a:prstGeom prst="rect">
            <a:avLst/>
          </a:prstGeom>
          <a:noFill/>
        </p:spPr>
        <p:txBody>
          <a:bodyPr wrap="square" lIns="457200" tIns="182880" rIns="457200" bIns="0" rtlCol="0">
            <a:spAutoFit/>
          </a:bodyPr>
          <a:lstStyle/>
          <a:p>
            <a:pPr>
              <a:spcAft>
                <a:spcPts val="1000"/>
              </a:spcAft>
            </a:pPr>
            <a:r>
              <a:rPr lang="en-US" dirty="0"/>
              <a:t>Logical view:</a:t>
            </a:r>
          </a:p>
          <a:p>
            <a:pPr marL="800100" lvl="1" indent="-342900">
              <a:spcAft>
                <a:spcPts val="1000"/>
              </a:spcAft>
              <a:buFont typeface="Arial" panose="020B0604020202020204" pitchFamily="34" charset="0"/>
              <a:buChar char="•"/>
            </a:pPr>
            <a:r>
              <a:rPr lang="en-US" b="1" dirty="0"/>
              <a:t>Process</a:t>
            </a:r>
            <a:r>
              <a:rPr lang="en-US" dirty="0"/>
              <a:t>: an instance of a computer program containing its own address space, virtual memory, stack / registers, file handles, etc. </a:t>
            </a:r>
          </a:p>
          <a:p>
            <a:pPr marL="800100" lvl="1" indent="-342900">
              <a:spcAft>
                <a:spcPts val="1000"/>
              </a:spcAft>
              <a:buFont typeface="Arial" panose="020B0604020202020204" pitchFamily="34" charset="0"/>
              <a:buChar char="•"/>
            </a:pPr>
            <a:r>
              <a:rPr lang="en-US" b="1" dirty="0"/>
              <a:t>Thread</a:t>
            </a:r>
            <a:r>
              <a:rPr lang="en-US" dirty="0"/>
              <a:t>: a single sequential flow of control within a program. Threads share the resources and memory of the process. </a:t>
            </a:r>
          </a:p>
          <a:p>
            <a:pPr marL="800100" lvl="1" indent="-342900">
              <a:lnSpc>
                <a:spcPct val="150000"/>
              </a:lnSpc>
              <a:spcAft>
                <a:spcPts val="1000"/>
              </a:spcAft>
              <a:buFont typeface="Arial" panose="020B0604020202020204" pitchFamily="34" charset="0"/>
              <a:buChar char="•"/>
            </a:pPr>
            <a:r>
              <a:rPr lang="en-US" dirty="0"/>
              <a:t>OS kernel schedules </a:t>
            </a:r>
            <a:r>
              <a:rPr lang="en-US" b="1" dirty="0"/>
              <a:t>threads</a:t>
            </a:r>
            <a:r>
              <a:rPr lang="en-US" dirty="0"/>
              <a:t> independently</a:t>
            </a:r>
          </a:p>
          <a:p>
            <a:pPr marL="800100" lvl="1" indent="-342900">
              <a:lnSpc>
                <a:spcPct val="150000"/>
              </a:lnSpc>
              <a:spcAft>
                <a:spcPts val="1000"/>
              </a:spcAft>
              <a:buFont typeface="Arial" panose="020B0604020202020204" pitchFamily="34" charset="0"/>
              <a:buChar char="•"/>
            </a:pPr>
            <a:r>
              <a:rPr lang="en-US" dirty="0"/>
              <a:t>Thread vs process context switching</a:t>
            </a:r>
          </a:p>
          <a:p>
            <a:pPr marL="800100" lvl="1" indent="-342900">
              <a:lnSpc>
                <a:spcPct val="150000"/>
              </a:lnSpc>
              <a:spcAft>
                <a:spcPts val="1000"/>
              </a:spcAft>
              <a:buFont typeface="Arial" panose="020B0604020202020204" pitchFamily="34" charset="0"/>
              <a:buChar char="•"/>
            </a:pPr>
            <a:r>
              <a:rPr lang="en-US" dirty="0"/>
              <a:t>Creating threads is </a:t>
            </a:r>
            <a:r>
              <a:rPr lang="en-US" b="1" dirty="0"/>
              <a:t>much</a:t>
            </a:r>
            <a:r>
              <a:rPr lang="en-US" dirty="0"/>
              <a:t> faster</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4">
            <a:alphaModFix/>
          </a:blip>
          <a:stretch>
            <a:fillRect/>
          </a:stretch>
        </p:blipFill>
        <p:spPr>
          <a:xfrm>
            <a:off x="3511244" y="91440"/>
            <a:ext cx="2121513" cy="274320"/>
          </a:xfrm>
          <a:prstGeom prst="rect">
            <a:avLst/>
          </a:prstGeom>
        </p:spPr>
      </p:pic>
    </p:spTree>
    <p:extLst>
      <p:ext uri="{BB962C8B-B14F-4D97-AF65-F5344CB8AC3E}">
        <p14:creationId xmlns:p14="http://schemas.microsoft.com/office/powerpoint/2010/main" val="4075307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231380"/>
          </a:xfrm>
          <a:prstGeom prst="rect">
            <a:avLst/>
          </a:prstGeom>
          <a:noFill/>
        </p:spPr>
        <p:txBody>
          <a:bodyPr wrap="square" lIns="457200" tIns="182880" rIns="457200" bIns="0" rtlCol="0">
            <a:spAutoFit/>
          </a:bodyPr>
          <a:lstStyle/>
          <a:p>
            <a:pPr>
              <a:spcAft>
                <a:spcPts val="1000"/>
              </a:spcAft>
            </a:pPr>
            <a:r>
              <a:rPr lang="en-US" dirty="0"/>
              <a:t>Creating processes (fork):</a:t>
            </a:r>
          </a:p>
          <a:p>
            <a:pPr marL="800100" lvl="1" indent="-342900">
              <a:spcAft>
                <a:spcPts val="1000"/>
              </a:spcAft>
              <a:buFont typeface="Arial" panose="020B0604020202020204" pitchFamily="34" charset="0"/>
              <a:buChar char="•"/>
            </a:pPr>
            <a:r>
              <a:rPr lang="en-US" b="1" i="1" dirty="0"/>
              <a:t>fork</a:t>
            </a:r>
            <a:r>
              <a:rPr lang="en-US" dirty="0"/>
              <a:t> produces a copy of the calling process, which starts execution after the call and </a:t>
            </a:r>
            <a:r>
              <a:rPr lang="en-US" b="1" dirty="0"/>
              <a:t>copies</a:t>
            </a:r>
            <a:r>
              <a:rPr lang="en-US" dirty="0"/>
              <a:t> all the process context (memory, files open, </a:t>
            </a:r>
            <a:r>
              <a:rPr lang="en-US" dirty="0" err="1"/>
              <a:t>etc</a:t>
            </a:r>
            <a:r>
              <a:rPr lang="en-US" dirty="0"/>
              <a:t>).</a:t>
            </a:r>
          </a:p>
          <a:p>
            <a:pPr marL="800100" lvl="1" indent="-342900">
              <a:spcAft>
                <a:spcPts val="1000"/>
              </a:spcAft>
              <a:buFont typeface="Arial" panose="020B0604020202020204" pitchFamily="34" charset="0"/>
              <a:buChar char="•"/>
            </a:pPr>
            <a:r>
              <a:rPr lang="en-US" dirty="0"/>
              <a:t>The new process starts executing at the fork line (</a:t>
            </a:r>
            <a:r>
              <a:rPr lang="en-US" b="1" dirty="0"/>
              <a:t>not</a:t>
            </a:r>
            <a:r>
              <a:rPr lang="en-US" dirty="0"/>
              <a:t> at the beginning).</a:t>
            </a:r>
          </a:p>
          <a:p>
            <a:pPr marL="800100" lvl="1" indent="-342900">
              <a:spcAft>
                <a:spcPts val="1000"/>
              </a:spcAft>
              <a:buFont typeface="Arial" panose="020B0604020202020204" pitchFamily="34" charset="0"/>
              <a:buChar char="•"/>
            </a:pPr>
            <a:r>
              <a:rPr lang="en-US" dirty="0"/>
              <a:t>The only difference between the copies is the return value: the parent gets the </a:t>
            </a:r>
            <a:r>
              <a:rPr lang="en-US" dirty="0" err="1"/>
              <a:t>pid</a:t>
            </a:r>
            <a:r>
              <a:rPr lang="en-US" dirty="0"/>
              <a:t> of the child, while the child gets 0.</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A26D076A-3134-42F5-A847-90DC23529734}"/>
              </a:ext>
            </a:extLst>
          </p:cNvPr>
          <p:cNvSpPr/>
          <p:nvPr/>
        </p:nvSpPr>
        <p:spPr>
          <a:xfrm>
            <a:off x="1327505" y="3175131"/>
            <a:ext cx="2977748"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latin typeface="Courier New" panose="02070309020205020404" pitchFamily="49" charset="0"/>
                <a:cs typeface="Courier New" panose="02070309020205020404" pitchFamily="49" charset="0"/>
              </a:rPr>
              <a:t>pid</a:t>
            </a:r>
            <a:r>
              <a:rPr lang="en-US" sz="1200" dirty="0">
                <a:latin typeface="Courier New" panose="02070309020205020404" pitchFamily="49" charset="0"/>
                <a:cs typeface="Courier New" panose="02070309020205020404" pitchFamily="49" charset="0"/>
              </a:rPr>
              <a:t> = </a:t>
            </a:r>
            <a:r>
              <a:rPr lang="en-US" sz="1200" b="1" dirty="0">
                <a:latin typeface="Courier New" panose="02070309020205020404" pitchFamily="49" charset="0"/>
                <a:cs typeface="Courier New" panose="02070309020205020404" pitchFamily="49" charset="0"/>
              </a:rPr>
              <a:t>fork();</a:t>
            </a:r>
          </a:p>
          <a:p>
            <a:r>
              <a:rPr lang="en-US" sz="1200" dirty="0">
                <a:latin typeface="Courier New" panose="02070309020205020404" pitchFamily="49" charset="0"/>
                <a:cs typeface="Courier New" panose="02070309020205020404" pitchFamily="49" charset="0"/>
              </a:rPr>
              <a:t>if ( </a:t>
            </a:r>
            <a:r>
              <a:rPr lang="en-US" sz="1200" dirty="0" err="1">
                <a:latin typeface="Courier New" panose="02070309020205020404" pitchFamily="49" charset="0"/>
                <a:cs typeface="Courier New" panose="02070309020205020404" pitchFamily="49" charset="0"/>
              </a:rPr>
              <a:t>pid</a:t>
            </a:r>
            <a:r>
              <a:rPr lang="en-US" sz="1200" dirty="0">
                <a:latin typeface="Courier New" panose="02070309020205020404" pitchFamily="49" charset="0"/>
                <a:cs typeface="Courier New" panose="02070309020205020404" pitchFamily="49" charset="0"/>
              </a:rPr>
              <a:t> &lt; 0)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fork_error_function</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else if ( </a:t>
            </a:r>
            <a:r>
              <a:rPr lang="en-US" sz="1200" dirty="0" err="1">
                <a:latin typeface="Courier New" panose="02070309020205020404" pitchFamily="49" charset="0"/>
                <a:cs typeface="Courier New" panose="02070309020205020404" pitchFamily="49" charset="0"/>
              </a:rPr>
              <a:t>pid</a:t>
            </a:r>
            <a:r>
              <a:rPr lang="en-US" sz="1200" dirty="0">
                <a:latin typeface="Courier New" panose="02070309020205020404" pitchFamily="49" charset="0"/>
                <a:cs typeface="Courier New" panose="02070309020205020404" pitchFamily="49" charset="0"/>
              </a:rPr>
              <a:t> == 0 )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child_function</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else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parent_function</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a:t>
            </a:r>
          </a:p>
          <a:p>
            <a:r>
              <a:rPr lang="en-US" sz="1200" dirty="0" err="1">
                <a:latin typeface="Courier New" panose="02070309020205020404" pitchFamily="49" charset="0"/>
                <a:cs typeface="Courier New" panose="02070309020205020404" pitchFamily="49" charset="0"/>
              </a:rPr>
              <a:t>pid_t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getpid</a:t>
            </a:r>
            <a:r>
              <a:rPr lang="en-US" sz="1200" dirty="0">
                <a:latin typeface="Courier New" panose="02070309020205020404" pitchFamily="49" charset="0"/>
                <a:cs typeface="Courier New" panose="02070309020205020404" pitchFamily="49" charset="0"/>
              </a:rPr>
              <a:t>(void);</a:t>
            </a:r>
          </a:p>
        </p:txBody>
      </p:sp>
      <p:pic>
        <p:nvPicPr>
          <p:cNvPr id="9" name="Picture 2" descr="fork00a">
            <a:extLst>
              <a:ext uri="{FF2B5EF4-FFF2-40B4-BE49-F238E27FC236}">
                <a16:creationId xmlns:a16="http://schemas.microsoft.com/office/drawing/2014/main" id="{50473AA0-4BB5-4BDA-9882-780737E4C4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2757" y="2831490"/>
            <a:ext cx="2977748" cy="2220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41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1506182"/>
          </a:xfrm>
          <a:prstGeom prst="rect">
            <a:avLst/>
          </a:prstGeom>
          <a:noFill/>
        </p:spPr>
        <p:txBody>
          <a:bodyPr wrap="square" lIns="457200" tIns="182880" rIns="457200" bIns="0" rtlCol="0">
            <a:spAutoFit/>
          </a:bodyPr>
          <a:lstStyle/>
          <a:p>
            <a:pPr>
              <a:spcAft>
                <a:spcPts val="1000"/>
              </a:spcAft>
            </a:pPr>
            <a:r>
              <a:rPr lang="en-US" dirty="0"/>
              <a:t>Creating threads (POSIX):</a:t>
            </a:r>
          </a:p>
          <a:p>
            <a:pPr marL="800100" lvl="1" indent="-342900">
              <a:lnSpc>
                <a:spcPct val="150000"/>
              </a:lnSpc>
              <a:spcAft>
                <a:spcPts val="1000"/>
              </a:spcAft>
              <a:buFont typeface="Arial" panose="020B0604020202020204" pitchFamily="34" charset="0"/>
              <a:buChar char="•"/>
            </a:pPr>
            <a:r>
              <a:rPr lang="en-US" dirty="0"/>
              <a:t>POSIX threads API available by    </a:t>
            </a:r>
            <a:r>
              <a:rPr lang="en-US" sz="1200" dirty="0">
                <a:latin typeface="Courier New" panose="02070309020205020404" pitchFamily="49" charset="0"/>
                <a:cs typeface="Courier New" panose="02070309020205020404" pitchFamily="49" charset="0"/>
              </a:rPr>
              <a:t>#include &lt;</a:t>
            </a:r>
            <a:r>
              <a:rPr lang="en-US" sz="1200" dirty="0" err="1">
                <a:latin typeface="Courier New" panose="02070309020205020404" pitchFamily="49" charset="0"/>
                <a:cs typeface="Courier New" panose="02070309020205020404" pitchFamily="49" charset="0"/>
              </a:rPr>
              <a:t>pthread.h</a:t>
            </a:r>
            <a:r>
              <a:rPr lang="en-US" sz="1200" dirty="0">
                <a:latin typeface="Courier New" panose="02070309020205020404" pitchFamily="49" charset="0"/>
                <a:cs typeface="Courier New" panose="02070309020205020404" pitchFamily="49" charset="0"/>
              </a:rPr>
              <a:t>&gt;</a:t>
            </a:r>
          </a:p>
          <a:p>
            <a:pPr marL="800100" lvl="1" indent="-342900">
              <a:lnSpc>
                <a:spcPct val="150000"/>
              </a:lnSpc>
              <a:spcAft>
                <a:spcPts val="1000"/>
              </a:spcAft>
              <a:buFont typeface="Arial" panose="020B0604020202020204" pitchFamily="34" charset="0"/>
              <a:buChar char="•"/>
            </a:pPr>
            <a:r>
              <a:rPr lang="en-US" dirty="0"/>
              <a:t>Compile with flags: </a:t>
            </a:r>
            <a:r>
              <a:rPr lang="en-US" dirty="0" err="1"/>
              <a:t>gcc</a:t>
            </a:r>
            <a:r>
              <a:rPr lang="en-US" dirty="0"/>
              <a:t> </a:t>
            </a:r>
            <a:r>
              <a:rPr lang="en-US" b="1" dirty="0"/>
              <a:t>-</a:t>
            </a:r>
            <a:r>
              <a:rPr lang="en-US" b="1" dirty="0" err="1"/>
              <a:t>pthread</a:t>
            </a:r>
            <a:r>
              <a:rPr lang="en-US" b="1" dirty="0"/>
              <a:t> </a:t>
            </a:r>
            <a:r>
              <a:rPr lang="en-US" dirty="0" err="1"/>
              <a:t>program.c</a:t>
            </a:r>
            <a:r>
              <a:rPr lang="en-US" dirty="0"/>
              <a:t> -o program</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7DA85273-1BFB-40C1-AF06-0DA3E27F50F8}"/>
              </a:ext>
            </a:extLst>
          </p:cNvPr>
          <p:cNvSpPr/>
          <p:nvPr/>
        </p:nvSpPr>
        <p:spPr>
          <a:xfrm>
            <a:off x="1262282" y="2156251"/>
            <a:ext cx="6950376"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pthread_create</a:t>
            </a:r>
            <a:r>
              <a:rPr lang="en-US" sz="1200" dirty="0">
                <a:latin typeface="Courier New" panose="02070309020205020404" pitchFamily="49" charset="0"/>
                <a:cs typeface="Courier New" panose="02070309020205020404" pitchFamily="49" charset="0"/>
              </a:rPr>
              <a:t> ( </a:t>
            </a:r>
            <a:r>
              <a:rPr lang="en-US" sz="1200" dirty="0" err="1">
                <a:latin typeface="Courier New" panose="02070309020205020404" pitchFamily="49" charset="0"/>
                <a:cs typeface="Courier New" panose="02070309020205020404" pitchFamily="49" charset="0"/>
              </a:rPr>
              <a:t>pthread_t</a:t>
            </a:r>
            <a:r>
              <a:rPr lang="en-US" sz="1200" dirty="0">
                <a:latin typeface="Courier New" panose="02070309020205020404" pitchFamily="49" charset="0"/>
                <a:cs typeface="Courier New" panose="02070309020205020404" pitchFamily="49" charset="0"/>
              </a:rPr>
              <a:t>*  thread,</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const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pthread_attr_t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attr</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void*  (* </a:t>
            </a:r>
            <a:r>
              <a:rPr lang="en-US" sz="1200" dirty="0" err="1">
                <a:latin typeface="Courier New" panose="02070309020205020404" pitchFamily="49" charset="0"/>
                <a:cs typeface="Courier New" panose="02070309020205020404" pitchFamily="49" charset="0"/>
              </a:rPr>
              <a:t>start_routine</a:t>
            </a:r>
            <a:r>
              <a:rPr lang="en-US" sz="1200" dirty="0">
                <a:latin typeface="Courier New" panose="02070309020205020404" pitchFamily="49" charset="0"/>
                <a:cs typeface="Courier New" panose="02070309020205020404" pitchFamily="49" charset="0"/>
              </a:rPr>
              <a:t>) (void*),</a:t>
            </a:r>
          </a:p>
          <a:p>
            <a:r>
              <a:rPr lang="en-US" sz="1200" dirty="0">
                <a:latin typeface="Courier New" panose="02070309020205020404" pitchFamily="49" charset="0"/>
                <a:cs typeface="Courier New" panose="02070309020205020404" pitchFamily="49" charset="0"/>
              </a:rPr>
              <a:t>                     void* </a:t>
            </a:r>
            <a:r>
              <a:rPr lang="en-US" sz="1200" dirty="0" err="1">
                <a:latin typeface="Courier New" panose="02070309020205020404" pitchFamily="49" charset="0"/>
                <a:cs typeface="Courier New" panose="02070309020205020404" pitchFamily="49" charset="0"/>
              </a:rPr>
              <a:t>arg</a:t>
            </a:r>
            <a:r>
              <a:rPr lang="en-US" sz="1200" dirty="0">
                <a:latin typeface="Courier New" panose="02070309020205020404" pitchFamily="49" charset="0"/>
                <a:cs typeface="Courier New" panose="02070309020205020404" pitchFamily="49" charset="0"/>
              </a:rPr>
              <a:t>);</a:t>
            </a:r>
          </a:p>
        </p:txBody>
      </p:sp>
      <p:sp>
        <p:nvSpPr>
          <p:cNvPr id="8" name="Rectangle 7">
            <a:extLst>
              <a:ext uri="{FF2B5EF4-FFF2-40B4-BE49-F238E27FC236}">
                <a16:creationId xmlns:a16="http://schemas.microsoft.com/office/drawing/2014/main" id="{764AFC55-F038-44CF-A49D-41A2499EDAD6}"/>
              </a:ext>
            </a:extLst>
          </p:cNvPr>
          <p:cNvSpPr/>
          <p:nvPr/>
        </p:nvSpPr>
        <p:spPr>
          <a:xfrm>
            <a:off x="1198918" y="3174623"/>
            <a:ext cx="7716482" cy="1877437"/>
          </a:xfrm>
          <a:prstGeom prst="rect">
            <a:avLst/>
          </a:prstGeom>
        </p:spPr>
        <p:txBody>
          <a:bodyPr wrap="square">
            <a:spAutoFit/>
          </a:bodyPr>
          <a:lstStyle/>
          <a:p>
            <a:r>
              <a:rPr lang="en-US" sz="1600" b="1" dirty="0"/>
              <a:t>thread</a:t>
            </a:r>
            <a:r>
              <a:rPr lang="en-US" sz="1600" dirty="0"/>
              <a:t>: creates a handle to a thread at pointer location</a:t>
            </a:r>
          </a:p>
          <a:p>
            <a:r>
              <a:rPr lang="en-US" sz="1600" b="1" dirty="0" err="1"/>
              <a:t>attr</a:t>
            </a:r>
            <a:r>
              <a:rPr lang="en-US" sz="1600" dirty="0"/>
              <a:t>: thread attributes (NULL by default)</a:t>
            </a:r>
          </a:p>
          <a:p>
            <a:r>
              <a:rPr lang="en-US" sz="1600" b="1" dirty="0" err="1"/>
              <a:t>start</a:t>
            </a:r>
            <a:r>
              <a:rPr lang="en-US" sz="1600" dirty="0" err="1"/>
              <a:t>_</a:t>
            </a:r>
            <a:r>
              <a:rPr lang="en-US" sz="1600" b="1" dirty="0" err="1"/>
              <a:t>routine</a:t>
            </a:r>
            <a:r>
              <a:rPr lang="en-US" sz="1600" dirty="0"/>
              <a:t>: function to start execution</a:t>
            </a:r>
          </a:p>
          <a:p>
            <a:r>
              <a:rPr lang="en-US" sz="1600" b="1" dirty="0" err="1"/>
              <a:t>arg</a:t>
            </a:r>
            <a:r>
              <a:rPr lang="en-US" sz="1600" dirty="0"/>
              <a:t>: value to pass to start routine</a:t>
            </a:r>
          </a:p>
          <a:p>
            <a:r>
              <a:rPr lang="en-US" sz="1600" dirty="0"/>
              <a:t>returns 0 on success, error number otherwise</a:t>
            </a:r>
          </a:p>
          <a:p>
            <a:endParaRPr lang="en-US" sz="1600" dirty="0"/>
          </a:p>
          <a:p>
            <a:r>
              <a:rPr lang="en-US" sz="1600" dirty="0"/>
              <a:t>The thread starts executing as soon as the </a:t>
            </a:r>
            <a:r>
              <a:rPr lang="en-US" sz="1400" dirty="0" err="1">
                <a:latin typeface="Courier New" panose="02070309020205020404" pitchFamily="49" charset="0"/>
                <a:cs typeface="Courier New" panose="02070309020205020404" pitchFamily="49" charset="0"/>
              </a:rPr>
              <a:t>pthread_create</a:t>
            </a:r>
            <a:r>
              <a:rPr lang="en-US" sz="1600" dirty="0"/>
              <a:t> function is called</a:t>
            </a:r>
          </a:p>
        </p:txBody>
      </p:sp>
    </p:spTree>
    <p:extLst>
      <p:ext uri="{BB962C8B-B14F-4D97-AF65-F5344CB8AC3E}">
        <p14:creationId xmlns:p14="http://schemas.microsoft.com/office/powerpoint/2010/main" val="1358197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61665"/>
          </a:xfrm>
          <a:prstGeom prst="rect">
            <a:avLst/>
          </a:prstGeom>
          <a:noFill/>
        </p:spPr>
        <p:txBody>
          <a:bodyPr wrap="square" lIns="457200" tIns="182880" rIns="457200" bIns="0" rtlCol="0">
            <a:spAutoFit/>
          </a:bodyPr>
          <a:lstStyle/>
          <a:p>
            <a:pPr>
              <a:spcAft>
                <a:spcPts val="1000"/>
              </a:spcAft>
            </a:pPr>
            <a:r>
              <a:rPr lang="en-US" sz="1800" dirty="0"/>
              <a:t>Waiting for threads to complete:</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6D483A46-1882-4F9A-B270-E7342F6F7712}"/>
              </a:ext>
            </a:extLst>
          </p:cNvPr>
          <p:cNvSpPr/>
          <p:nvPr/>
        </p:nvSpPr>
        <p:spPr>
          <a:xfrm>
            <a:off x="825955" y="1544806"/>
            <a:ext cx="3441245"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int </a:t>
            </a:r>
            <a:r>
              <a:rPr lang="en-US" sz="1200" dirty="0" err="1">
                <a:latin typeface="Courier New" panose="02070309020205020404" pitchFamily="49" charset="0"/>
                <a:cs typeface="Courier New" panose="02070309020205020404" pitchFamily="49" charset="0"/>
              </a:rPr>
              <a:t>pthread_join</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pthread_t</a:t>
            </a:r>
            <a:r>
              <a:rPr lang="en-US" sz="1200" dirty="0">
                <a:latin typeface="Courier New" panose="02070309020205020404" pitchFamily="49" charset="0"/>
                <a:cs typeface="Courier New" panose="02070309020205020404" pitchFamily="49" charset="0"/>
              </a:rPr>
              <a:t> thread,</a:t>
            </a:r>
          </a:p>
          <a:p>
            <a:r>
              <a:rPr lang="en-US" sz="1200" dirty="0">
                <a:latin typeface="Courier New" panose="02070309020205020404" pitchFamily="49" charset="0"/>
                <a:cs typeface="Courier New" panose="02070309020205020404" pitchFamily="49" charset="0"/>
              </a:rPr>
              <a:t>                 void** </a:t>
            </a:r>
            <a:r>
              <a:rPr lang="en-US" sz="1200" dirty="0" err="1">
                <a:latin typeface="Courier New" panose="02070309020205020404" pitchFamily="49" charset="0"/>
                <a:cs typeface="Courier New" panose="02070309020205020404" pitchFamily="49" charset="0"/>
              </a:rPr>
              <a:t>retval</a:t>
            </a:r>
            <a:r>
              <a:rPr lang="en-US" sz="1200" dirty="0">
                <a:latin typeface="Courier New" panose="02070309020205020404" pitchFamily="49" charset="0"/>
                <a:cs typeface="Courier New" panose="02070309020205020404" pitchFamily="49" charset="0"/>
              </a:rPr>
              <a:t>);</a:t>
            </a:r>
          </a:p>
        </p:txBody>
      </p:sp>
      <p:sp>
        <p:nvSpPr>
          <p:cNvPr id="12" name="Rectangle 11">
            <a:extLst>
              <a:ext uri="{FF2B5EF4-FFF2-40B4-BE49-F238E27FC236}">
                <a16:creationId xmlns:a16="http://schemas.microsoft.com/office/drawing/2014/main" id="{80683249-FC10-4AC3-A4C6-EA64A0B15A22}"/>
              </a:ext>
            </a:extLst>
          </p:cNvPr>
          <p:cNvSpPr/>
          <p:nvPr/>
        </p:nvSpPr>
        <p:spPr>
          <a:xfrm>
            <a:off x="452959" y="2475027"/>
            <a:ext cx="8393861" cy="2062103"/>
          </a:xfrm>
          <a:prstGeom prst="rect">
            <a:avLst/>
          </a:prstGeom>
        </p:spPr>
        <p:txBody>
          <a:bodyPr wrap="square">
            <a:spAutoFit/>
          </a:bodyPr>
          <a:lstStyle/>
          <a:p>
            <a:r>
              <a:rPr lang="en-US" sz="1600" b="1" dirty="0"/>
              <a:t>thread</a:t>
            </a:r>
            <a:r>
              <a:rPr lang="en-US" sz="1600" dirty="0"/>
              <a:t>: data structure of the thread waiting to terminate.</a:t>
            </a:r>
          </a:p>
          <a:p>
            <a:endParaRPr lang="en-US" sz="1600" dirty="0"/>
          </a:p>
          <a:p>
            <a:r>
              <a:rPr lang="en-US" sz="1600" b="1" dirty="0" err="1"/>
              <a:t>retval</a:t>
            </a:r>
            <a:r>
              <a:rPr lang="en-US" sz="1600" dirty="0"/>
              <a:t>: memory address to store the exit status of thread (set by </a:t>
            </a:r>
            <a:r>
              <a:rPr lang="en-US" sz="1600" dirty="0" err="1"/>
              <a:t>pthread_exit</a:t>
            </a:r>
            <a:r>
              <a:rPr lang="en-US" sz="1600" dirty="0"/>
              <a:t>) to the location pointed by </a:t>
            </a:r>
            <a:r>
              <a:rPr lang="en-US" sz="1600" dirty="0" err="1"/>
              <a:t>retval</a:t>
            </a:r>
            <a:r>
              <a:rPr lang="en-US" sz="1600" dirty="0"/>
              <a:t>. NULL is ignored. The memory address must be </a:t>
            </a:r>
            <a:r>
              <a:rPr lang="en-US" sz="1600" b="1" dirty="0"/>
              <a:t>global</a:t>
            </a:r>
            <a:r>
              <a:rPr lang="en-US" sz="1600" dirty="0"/>
              <a:t> to the process.</a:t>
            </a:r>
          </a:p>
          <a:p>
            <a:endParaRPr lang="en-US" sz="1600" dirty="0"/>
          </a:p>
          <a:p>
            <a:r>
              <a:rPr lang="en-US" sz="1600" b="1" dirty="0"/>
              <a:t>Only call exit one time per thread! </a:t>
            </a:r>
            <a:r>
              <a:rPr lang="en-US" sz="1600" dirty="0"/>
              <a:t>Multiple calls on the same thread leads to undefined behavior.</a:t>
            </a:r>
          </a:p>
          <a:p>
            <a:endParaRPr lang="en-US" sz="1600" dirty="0"/>
          </a:p>
          <a:p>
            <a:r>
              <a:rPr lang="en-US" sz="1600" b="1" dirty="0"/>
              <a:t>Warning</a:t>
            </a:r>
            <a:r>
              <a:rPr lang="en-US" sz="1600" dirty="0"/>
              <a:t>: if the main thread finishes without waiting for threads to join, threads will be killed!</a:t>
            </a:r>
          </a:p>
        </p:txBody>
      </p:sp>
      <p:sp>
        <p:nvSpPr>
          <p:cNvPr id="11" name="TextBox 10">
            <a:extLst>
              <a:ext uri="{FF2B5EF4-FFF2-40B4-BE49-F238E27FC236}">
                <a16:creationId xmlns:a16="http://schemas.microsoft.com/office/drawing/2014/main" id="{474C7B95-8C87-0E67-DE8B-B4C430F6870C}"/>
              </a:ext>
            </a:extLst>
          </p:cNvPr>
          <p:cNvSpPr txBox="1"/>
          <p:nvPr/>
        </p:nvSpPr>
        <p:spPr>
          <a:xfrm>
            <a:off x="745484" y="1075440"/>
            <a:ext cx="4614672" cy="369332"/>
          </a:xfrm>
          <a:prstGeom prst="rect">
            <a:avLst/>
          </a:prstGeom>
          <a:noFill/>
        </p:spPr>
        <p:txBody>
          <a:bodyPr wrap="square">
            <a:spAutoFit/>
          </a:bodyPr>
          <a:lstStyle/>
          <a:p>
            <a:r>
              <a:rPr lang="en-US" sz="1800" dirty="0">
                <a:latin typeface="+mj-lt"/>
                <a:cs typeface="Courier New" panose="02070309020205020404" pitchFamily="49" charset="0"/>
              </a:rPr>
              <a:t>Parent executes:</a:t>
            </a:r>
          </a:p>
        </p:txBody>
      </p:sp>
      <p:sp>
        <p:nvSpPr>
          <p:cNvPr id="13" name="Rectangle 12">
            <a:extLst>
              <a:ext uri="{FF2B5EF4-FFF2-40B4-BE49-F238E27FC236}">
                <a16:creationId xmlns:a16="http://schemas.microsoft.com/office/drawing/2014/main" id="{9C2CB1AE-BBAD-ED74-8A21-8ED834DBAD61}"/>
              </a:ext>
            </a:extLst>
          </p:cNvPr>
          <p:cNvSpPr/>
          <p:nvPr/>
        </p:nvSpPr>
        <p:spPr>
          <a:xfrm>
            <a:off x="4782259" y="1544806"/>
            <a:ext cx="3441245"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void </a:t>
            </a:r>
            <a:r>
              <a:rPr lang="en-US" sz="1200" dirty="0" err="1">
                <a:latin typeface="Courier New" panose="02070309020205020404" pitchFamily="49" charset="0"/>
                <a:cs typeface="Courier New" panose="02070309020205020404" pitchFamily="49" charset="0"/>
              </a:rPr>
              <a:t>pthread_exit</a:t>
            </a:r>
            <a:r>
              <a:rPr lang="en-US" sz="1200" dirty="0">
                <a:latin typeface="Courier New" panose="02070309020205020404" pitchFamily="49" charset="0"/>
                <a:cs typeface="Courier New" panose="02070309020205020404" pitchFamily="49" charset="0"/>
              </a:rPr>
              <a:t>(void *</a:t>
            </a:r>
            <a:r>
              <a:rPr lang="en-US" sz="1200" dirty="0" err="1">
                <a:latin typeface="Courier New" panose="02070309020205020404" pitchFamily="49" charset="0"/>
                <a:cs typeface="Courier New" panose="02070309020205020404" pitchFamily="49" charset="0"/>
              </a:rPr>
              <a:t>retval</a:t>
            </a: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endParaRPr lang="en-US" sz="1200" dirty="0">
              <a:latin typeface="Courier New" panose="02070309020205020404" pitchFamily="49" charset="0"/>
              <a:cs typeface="Courier New" panose="02070309020205020404" pitchFamily="49" charset="0"/>
            </a:endParaRPr>
          </a:p>
        </p:txBody>
      </p:sp>
      <p:sp>
        <p:nvSpPr>
          <p:cNvPr id="14" name="TextBox 13">
            <a:extLst>
              <a:ext uri="{FF2B5EF4-FFF2-40B4-BE49-F238E27FC236}">
                <a16:creationId xmlns:a16="http://schemas.microsoft.com/office/drawing/2014/main" id="{60E765D2-8AD2-F1D4-465D-5E6EDE4CD36C}"/>
              </a:ext>
            </a:extLst>
          </p:cNvPr>
          <p:cNvSpPr txBox="1"/>
          <p:nvPr/>
        </p:nvSpPr>
        <p:spPr>
          <a:xfrm>
            <a:off x="4701788" y="1075440"/>
            <a:ext cx="4321586" cy="369332"/>
          </a:xfrm>
          <a:prstGeom prst="rect">
            <a:avLst/>
          </a:prstGeom>
          <a:noFill/>
        </p:spPr>
        <p:txBody>
          <a:bodyPr wrap="square">
            <a:spAutoFit/>
          </a:bodyPr>
          <a:lstStyle/>
          <a:p>
            <a:r>
              <a:rPr lang="en-US" sz="1800" dirty="0">
                <a:latin typeface="+mj-lt"/>
                <a:cs typeface="Courier New" panose="02070309020205020404" pitchFamily="49" charset="0"/>
              </a:rPr>
              <a:t>Child executes:</a:t>
            </a:r>
          </a:p>
        </p:txBody>
      </p:sp>
    </p:spTree>
    <p:extLst>
      <p:ext uri="{BB962C8B-B14F-4D97-AF65-F5344CB8AC3E}">
        <p14:creationId xmlns:p14="http://schemas.microsoft.com/office/powerpoint/2010/main" val="707802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108817"/>
          </a:xfrm>
          <a:prstGeom prst="rect">
            <a:avLst/>
          </a:prstGeom>
          <a:noFill/>
        </p:spPr>
        <p:txBody>
          <a:bodyPr wrap="square" lIns="457200" tIns="182880" rIns="457200" bIns="0" rtlCol="0">
            <a:spAutoFit/>
          </a:bodyPr>
          <a:lstStyle/>
          <a:p>
            <a:pPr>
              <a:spcAft>
                <a:spcPts val="1000"/>
              </a:spcAft>
            </a:pPr>
            <a:r>
              <a:rPr lang="en-US" sz="1800" dirty="0"/>
              <a:t>Waiting for threads to complete:</a:t>
            </a:r>
          </a:p>
          <a:p>
            <a:pPr>
              <a:spcAft>
                <a:spcPts val="1000"/>
              </a:spcAft>
            </a:pPr>
            <a:endParaRPr lang="en-US" dirty="0"/>
          </a:p>
          <a:p>
            <a:pPr>
              <a:spcAft>
                <a:spcPts val="1000"/>
              </a:spcAft>
            </a:pPr>
            <a:endParaRPr lang="en-US" sz="1800" dirty="0"/>
          </a:p>
          <a:p>
            <a:pPr>
              <a:spcAft>
                <a:spcPts val="1000"/>
              </a:spcAft>
            </a:pPr>
            <a:endParaRPr lang="en-US" dirty="0"/>
          </a:p>
          <a:p>
            <a:pPr>
              <a:spcAft>
                <a:spcPts val="1000"/>
              </a:spcAft>
            </a:pPr>
            <a:endParaRPr lang="en-US" sz="1800" dirty="0"/>
          </a:p>
          <a:p>
            <a:pPr>
              <a:spcAft>
                <a:spcPts val="1000"/>
              </a:spcAft>
            </a:pPr>
            <a:endParaRPr lang="en-US" dirty="0"/>
          </a:p>
          <a:p>
            <a:pPr>
              <a:spcAft>
                <a:spcPts val="1000"/>
              </a:spcAft>
            </a:pPr>
            <a:endParaRPr lang="en-US" sz="1800" dirty="0"/>
          </a:p>
          <a:p>
            <a:pPr>
              <a:spcAft>
                <a:spcPts val="1000"/>
              </a:spcAft>
            </a:pPr>
            <a:endParaRPr lang="en-US" dirty="0"/>
          </a:p>
          <a:p>
            <a:pPr>
              <a:spcAft>
                <a:spcPts val="1000"/>
              </a:spcAft>
            </a:pPr>
            <a:r>
              <a:rPr lang="en-US" sz="1800" dirty="0"/>
              <a:t>Thread create and join syntax</a:t>
            </a:r>
          </a:p>
          <a:p>
            <a:pPr>
              <a:spcAft>
                <a:spcPts val="1000"/>
              </a:spcAft>
            </a:pPr>
            <a:r>
              <a:rPr lang="en-US" sz="1800" b="1" dirty="0"/>
              <a:t>Example</a:t>
            </a:r>
            <a:r>
              <a:rPr lang="en-US" sz="1800" dirty="0"/>
              <a:t>: </a:t>
            </a:r>
            <a:r>
              <a:rPr lang="en-US" sz="1800" dirty="0" err="1"/>
              <a:t>create_thread.c</a:t>
            </a:r>
            <a:endParaRPr lang="en-US" sz="1800" b="1"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6D483A46-1882-4F9A-B270-E7342F6F7712}"/>
              </a:ext>
            </a:extLst>
          </p:cNvPr>
          <p:cNvSpPr/>
          <p:nvPr/>
        </p:nvSpPr>
        <p:spPr>
          <a:xfrm>
            <a:off x="761999" y="1213940"/>
            <a:ext cx="7421171" cy="249299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#include &lt;</a:t>
            </a:r>
            <a:r>
              <a:rPr lang="en-US" sz="1200" dirty="0" err="1">
                <a:latin typeface="Courier New" panose="02070309020205020404" pitchFamily="49" charset="0"/>
                <a:cs typeface="Courier New" panose="02070309020205020404" pitchFamily="49" charset="0"/>
              </a:rPr>
              <a:t>stdio.h</a:t>
            </a:r>
            <a:r>
              <a:rPr lang="en-US" sz="1200" dirty="0">
                <a:latin typeface="Courier New" panose="02070309020205020404" pitchFamily="49" charset="0"/>
                <a:cs typeface="Courier New" panose="02070309020205020404" pitchFamily="49" charset="0"/>
              </a:rPr>
              <a:t>&gt;</a:t>
            </a:r>
          </a:p>
          <a:p>
            <a:r>
              <a:rPr lang="en-US" sz="1200" dirty="0">
                <a:latin typeface="Courier New" panose="02070309020205020404" pitchFamily="49" charset="0"/>
                <a:cs typeface="Courier New" panose="02070309020205020404" pitchFamily="49" charset="0"/>
              </a:rPr>
              <a:t>#include &lt;</a:t>
            </a:r>
            <a:r>
              <a:rPr lang="en-US" sz="1200" dirty="0" err="1">
                <a:latin typeface="Courier New" panose="02070309020205020404" pitchFamily="49" charset="0"/>
                <a:cs typeface="Courier New" panose="02070309020205020404" pitchFamily="49" charset="0"/>
              </a:rPr>
              <a:t>pthread.h</a:t>
            </a:r>
            <a:r>
              <a:rPr lang="en-US" sz="1200" dirty="0">
                <a:latin typeface="Courier New" panose="02070309020205020404" pitchFamily="49" charset="0"/>
                <a:cs typeface="Courier New" panose="02070309020205020404" pitchFamily="49" charset="0"/>
              </a:rPr>
              <a:t>&gt;</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void* run(void*) {</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pthread_exit</a:t>
            </a:r>
            <a:r>
              <a:rPr lang="en-US" sz="1200" dirty="0">
                <a:latin typeface="Courier New" panose="02070309020205020404" pitchFamily="49" charset="0"/>
                <a:cs typeface="Courier New" panose="02070309020205020404" pitchFamily="49" charset="0"/>
              </a:rPr>
              <a:t>(0);</a:t>
            </a:r>
          </a:p>
          <a:p>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void main()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pthread_t</a:t>
            </a:r>
            <a:r>
              <a:rPr lang="en-US" sz="1200" dirty="0">
                <a:latin typeface="Courier New" panose="02070309020205020404" pitchFamily="49" charset="0"/>
                <a:cs typeface="Courier New" panose="02070309020205020404" pitchFamily="49" charset="0"/>
              </a:rPr>
              <a:t> thread;</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pthread_create</a:t>
            </a:r>
            <a:r>
              <a:rPr lang="en-US" sz="1200" dirty="0">
                <a:latin typeface="Courier New" panose="02070309020205020404" pitchFamily="49" charset="0"/>
                <a:cs typeface="Courier New" panose="02070309020205020404" pitchFamily="49" charset="0"/>
              </a:rPr>
              <a:t>(&amp;thread, NULL, &amp;run, NULL);</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pthread_join</a:t>
            </a:r>
            <a:r>
              <a:rPr lang="en-US" sz="1200" dirty="0">
                <a:latin typeface="Courier New" panose="02070309020205020404" pitchFamily="49" charset="0"/>
                <a:cs typeface="Courier New" panose="02070309020205020404" pitchFamily="49" charset="0"/>
              </a:rPr>
              <a:t>(thread, NULL);</a:t>
            </a:r>
          </a:p>
          <a:p>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5436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280659"/>
          </a:xfrm>
          <a:prstGeom prst="rect">
            <a:avLst/>
          </a:prstGeom>
          <a:noFill/>
        </p:spPr>
        <p:txBody>
          <a:bodyPr wrap="square" lIns="457200" tIns="182880" rIns="457200" bIns="0" rtlCol="0">
            <a:spAutoFit/>
          </a:bodyPr>
          <a:lstStyle/>
          <a:p>
            <a:pPr>
              <a:spcAft>
                <a:spcPts val="1500"/>
              </a:spcAft>
            </a:pPr>
            <a:r>
              <a:rPr lang="en-US" sz="1800" dirty="0"/>
              <a:t>Threads 101:</a:t>
            </a:r>
          </a:p>
          <a:p>
            <a:pPr>
              <a:spcAft>
                <a:spcPts val="1000"/>
              </a:spcAft>
            </a:pPr>
            <a:r>
              <a:rPr lang="en-US" sz="1800" dirty="0"/>
              <a:t>Common mistake #1 (arguments to thread function):</a:t>
            </a:r>
          </a:p>
          <a:p>
            <a:pPr>
              <a:spcAft>
                <a:spcPts val="1000"/>
              </a:spcAft>
            </a:pPr>
            <a:endParaRPr lang="en-US" sz="1800" dirty="0"/>
          </a:p>
          <a:p>
            <a:pPr>
              <a:spcAft>
                <a:spcPts val="1000"/>
              </a:spcAft>
            </a:pPr>
            <a:endParaRPr lang="en-US" sz="1800" dirty="0"/>
          </a:p>
          <a:p>
            <a:pPr>
              <a:spcAft>
                <a:spcPts val="1000"/>
              </a:spcAft>
            </a:pPr>
            <a:r>
              <a:rPr lang="en-US" sz="1800" dirty="0"/>
              <a:t>Common mistake #2 (thread return value):</a:t>
            </a:r>
          </a:p>
          <a:p>
            <a:pPr>
              <a:spcBef>
                <a:spcPts val="2000"/>
              </a:spcBef>
              <a:spcAft>
                <a:spcPts val="1500"/>
              </a:spcAft>
            </a:pPr>
            <a:endParaRPr lang="en-US" sz="1800" dirty="0"/>
          </a:p>
          <a:p>
            <a:pPr>
              <a:spcBef>
                <a:spcPts val="2000"/>
              </a:spcBef>
              <a:spcAft>
                <a:spcPts val="1500"/>
              </a:spcAft>
            </a:pPr>
            <a:r>
              <a:rPr lang="en-US" sz="1800" dirty="0"/>
              <a:t>How to provide arguments to a function and return values correctly</a:t>
            </a:r>
          </a:p>
          <a:p>
            <a:pPr>
              <a:spcAft>
                <a:spcPts val="1500"/>
              </a:spcAft>
            </a:pPr>
            <a:r>
              <a:rPr lang="en-US" sz="1800" b="1" dirty="0"/>
              <a:t>Example</a:t>
            </a:r>
            <a:r>
              <a:rPr lang="en-US" sz="1800" dirty="0"/>
              <a:t>: </a:t>
            </a:r>
            <a:r>
              <a:rPr lang="en-US" sz="1800" dirty="0" err="1"/>
              <a:t>create_thread_arguments.c</a:t>
            </a:r>
            <a:br>
              <a:rPr lang="en-US" dirty="0"/>
            </a:br>
            <a:r>
              <a:rPr lang="en-US" dirty="0"/>
              <a:t>		</a:t>
            </a:r>
            <a:r>
              <a:rPr lang="en-US" dirty="0" err="1"/>
              <a:t>c</a:t>
            </a:r>
            <a:r>
              <a:rPr lang="en-US" sz="1800" dirty="0" err="1"/>
              <a:t>reate_thread_arguments_wrong.c</a:t>
            </a:r>
            <a:endParaRPr lang="en-US" sz="1800"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B81ACE61-C128-4C0D-A7AE-0EE35FB83C97}"/>
              </a:ext>
            </a:extLst>
          </p:cNvPr>
          <p:cNvSpPr/>
          <p:nvPr/>
        </p:nvSpPr>
        <p:spPr>
          <a:xfrm>
            <a:off x="796446" y="1471109"/>
            <a:ext cx="5595053"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for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 0;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&lt; 10;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pthread_create</a:t>
            </a:r>
            <a:r>
              <a:rPr lang="en-US" sz="1200" dirty="0">
                <a:latin typeface="Courier New" panose="02070309020205020404" pitchFamily="49" charset="0"/>
                <a:cs typeface="Courier New" panose="02070309020205020404" pitchFamily="49" charset="0"/>
              </a:rPr>
              <a:t>(&amp;thread[</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NULL, &amp;run, (void*)&amp;</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8CCDB631-60DC-4ADD-8E62-20572E5AFBF5}"/>
              </a:ext>
            </a:extLst>
          </p:cNvPr>
          <p:cNvSpPr/>
          <p:nvPr/>
        </p:nvSpPr>
        <p:spPr>
          <a:xfrm>
            <a:off x="796446" y="2702825"/>
            <a:ext cx="5595053"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result;</a:t>
            </a:r>
          </a:p>
          <a:p>
            <a:r>
              <a:rPr lang="en-US" sz="1200" dirty="0" err="1">
                <a:latin typeface="Courier New" panose="02070309020205020404" pitchFamily="49" charset="0"/>
                <a:cs typeface="Courier New" panose="02070309020205020404" pitchFamily="49" charset="0"/>
              </a:rPr>
              <a:t>pthread_exit</a:t>
            </a:r>
            <a:r>
              <a:rPr lang="en-US" sz="1200" dirty="0">
                <a:latin typeface="Courier New" panose="02070309020205020404" pitchFamily="49" charset="0"/>
                <a:cs typeface="Courier New" panose="02070309020205020404" pitchFamily="49" charset="0"/>
              </a:rPr>
              <a:t>(&amp;result);</a:t>
            </a:r>
          </a:p>
        </p:txBody>
      </p:sp>
      <p:pic>
        <p:nvPicPr>
          <p:cNvPr id="8" name="Picture 2" descr="http://www.gifbin.com/bin/g600107907.gif">
            <a:extLst>
              <a:ext uri="{FF2B5EF4-FFF2-40B4-BE49-F238E27FC236}">
                <a16:creationId xmlns:a16="http://schemas.microsoft.com/office/drawing/2014/main" id="{02828068-0EE4-4612-8B92-449EB7311142}"/>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704884" y="1531719"/>
            <a:ext cx="2177028" cy="1632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741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3554819"/>
          </a:xfrm>
          <a:prstGeom prst="rect">
            <a:avLst/>
          </a:prstGeom>
          <a:noFill/>
        </p:spPr>
        <p:txBody>
          <a:bodyPr wrap="square" lIns="457200" tIns="182880" rIns="457200" bIns="0" rtlCol="0">
            <a:spAutoFit/>
          </a:bodyPr>
          <a:lstStyle/>
          <a:p>
            <a:pPr>
              <a:spcAft>
                <a:spcPts val="1500"/>
              </a:spcAft>
            </a:pPr>
            <a:r>
              <a:rPr lang="en-US" sz="1800" dirty="0"/>
              <a:t>Performance impact of creating / joining threads (overhead):</a:t>
            </a:r>
            <a:br>
              <a:rPr lang="en-US" sz="1800" b="1" dirty="0">
                <a:solidFill>
                  <a:srgbClr val="FF0000"/>
                </a:solidFill>
              </a:rPr>
            </a:br>
            <a:endParaRPr lang="en-US" b="1" dirty="0">
              <a:solidFill>
                <a:srgbClr val="FF0000"/>
              </a:solidFill>
            </a:endParaRPr>
          </a:p>
          <a:p>
            <a:pPr>
              <a:spcAft>
                <a:spcPts val="1500"/>
              </a:spcAft>
            </a:pPr>
            <a:endParaRPr lang="en-US" sz="1800" b="1" dirty="0">
              <a:solidFill>
                <a:srgbClr val="FF0000"/>
              </a:solidFill>
            </a:endParaRPr>
          </a:p>
          <a:p>
            <a:pPr>
              <a:spcAft>
                <a:spcPts val="1500"/>
              </a:spcAft>
            </a:pPr>
            <a:endParaRPr lang="en-US" b="1" dirty="0">
              <a:solidFill>
                <a:srgbClr val="FF0000"/>
              </a:solidFill>
            </a:endParaRPr>
          </a:p>
          <a:p>
            <a:pPr>
              <a:spcAft>
                <a:spcPts val="1500"/>
              </a:spcAft>
            </a:pPr>
            <a:endParaRPr lang="en-US" sz="1800" b="1" dirty="0">
              <a:solidFill>
                <a:srgbClr val="FF0000"/>
              </a:solidFill>
            </a:endParaRPr>
          </a:p>
          <a:p>
            <a:pPr>
              <a:spcAft>
                <a:spcPts val="1500"/>
              </a:spcAft>
            </a:pPr>
            <a:endParaRPr lang="en-US" sz="1800" b="1" dirty="0"/>
          </a:p>
          <a:p>
            <a:pPr>
              <a:spcAft>
                <a:spcPts val="1500"/>
              </a:spcAft>
            </a:pPr>
            <a:endParaRPr lang="en-US" sz="1800" b="1" dirty="0"/>
          </a:p>
          <a:p>
            <a:pPr>
              <a:spcAft>
                <a:spcPts val="1500"/>
              </a:spcAft>
            </a:pPr>
            <a:r>
              <a:rPr lang="en-US" sz="1800" b="1" dirty="0"/>
              <a:t>Example</a:t>
            </a:r>
            <a:r>
              <a:rPr lang="en-US" sz="1800" dirty="0"/>
              <a:t>: </a:t>
            </a:r>
            <a:r>
              <a:rPr lang="en-US" sz="1800" dirty="0" err="1"/>
              <a:t>sequential_parallel.c</a:t>
            </a:r>
            <a:r>
              <a:rPr lang="en-US" sz="1800" dirty="0"/>
              <a:t> </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13" name="Picture 12">
            <a:extLst>
              <a:ext uri="{FF2B5EF4-FFF2-40B4-BE49-F238E27FC236}">
                <a16:creationId xmlns:a16="http://schemas.microsoft.com/office/drawing/2014/main" id="{FB838A0D-566C-BA42-4BEF-5F64273A5EFC}"/>
              </a:ext>
            </a:extLst>
          </p:cNvPr>
          <p:cNvPicPr>
            <a:picLocks noChangeAspect="1"/>
          </p:cNvPicPr>
          <p:nvPr/>
        </p:nvPicPr>
        <p:blipFill>
          <a:blip r:embed="rId4"/>
          <a:stretch>
            <a:fillRect/>
          </a:stretch>
        </p:blipFill>
        <p:spPr>
          <a:xfrm>
            <a:off x="457200" y="1303389"/>
            <a:ext cx="8229600" cy="1862440"/>
          </a:xfrm>
          <a:prstGeom prst="rect">
            <a:avLst/>
          </a:prstGeom>
        </p:spPr>
      </p:pic>
    </p:spTree>
    <p:extLst>
      <p:ext uri="{BB962C8B-B14F-4D97-AF65-F5344CB8AC3E}">
        <p14:creationId xmlns:p14="http://schemas.microsoft.com/office/powerpoint/2010/main" val="2355761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024179"/>
          </a:xfrm>
          <a:prstGeom prst="rect">
            <a:avLst/>
          </a:prstGeom>
          <a:noFill/>
        </p:spPr>
        <p:txBody>
          <a:bodyPr wrap="square" lIns="457200" tIns="182880" rIns="457200" bIns="0" rtlCol="0">
            <a:spAutoFit/>
          </a:bodyPr>
          <a:lstStyle/>
          <a:p>
            <a:pPr>
              <a:spcAft>
                <a:spcPts val="1500"/>
              </a:spcAft>
            </a:pPr>
            <a:r>
              <a:rPr lang="en-US" sz="1800" dirty="0"/>
              <a:t>Performance impact of creating / joining threads (overhead):</a:t>
            </a:r>
            <a:br>
              <a:rPr lang="en-US" sz="1800" b="1" dirty="0">
                <a:solidFill>
                  <a:srgbClr val="FF0000"/>
                </a:solidFill>
              </a:rPr>
            </a:br>
            <a:endParaRPr lang="en-US" b="1" dirty="0">
              <a:solidFill>
                <a:srgbClr val="FF0000"/>
              </a:solidFill>
            </a:endParaRPr>
          </a:p>
          <a:p>
            <a:pPr>
              <a:spcAft>
                <a:spcPts val="1500"/>
              </a:spcAft>
            </a:pPr>
            <a:endParaRPr lang="en-US" sz="1800" b="1" dirty="0">
              <a:solidFill>
                <a:srgbClr val="FF0000"/>
              </a:solidFill>
            </a:endParaRPr>
          </a:p>
          <a:p>
            <a:pPr>
              <a:spcAft>
                <a:spcPts val="1500"/>
              </a:spcAft>
            </a:pPr>
            <a:endParaRPr lang="en-US" b="1" dirty="0">
              <a:solidFill>
                <a:srgbClr val="FF0000"/>
              </a:solidFill>
            </a:endParaRPr>
          </a:p>
          <a:p>
            <a:pPr>
              <a:spcAft>
                <a:spcPts val="1500"/>
              </a:spcAft>
            </a:pPr>
            <a:endParaRPr lang="en-US" sz="1800" b="1" dirty="0">
              <a:solidFill>
                <a:srgbClr val="FF0000"/>
              </a:solidFill>
            </a:endParaRPr>
          </a:p>
          <a:p>
            <a:pPr>
              <a:spcAft>
                <a:spcPts val="1500"/>
              </a:spcAft>
            </a:pPr>
            <a:endParaRPr lang="en-US" sz="1800" b="1" dirty="0"/>
          </a:p>
          <a:p>
            <a:pPr>
              <a:spcAft>
                <a:spcPts val="1500"/>
              </a:spcAft>
            </a:pPr>
            <a:endParaRPr lang="en-US" sz="1800" b="1" dirty="0"/>
          </a:p>
          <a:p>
            <a:pPr>
              <a:spcAft>
                <a:spcPts val="1500"/>
              </a:spcAft>
            </a:pPr>
            <a:endParaRPr lang="en-US" sz="1800" b="1" dirty="0"/>
          </a:p>
          <a:p>
            <a:pPr>
              <a:spcAft>
                <a:spcPts val="1500"/>
              </a:spcAft>
            </a:pPr>
            <a:r>
              <a:rPr lang="en-US" sz="1800" b="1" dirty="0"/>
              <a:t>Example</a:t>
            </a:r>
            <a:r>
              <a:rPr lang="en-US" sz="1800" dirty="0"/>
              <a:t>: </a:t>
            </a:r>
            <a:r>
              <a:rPr lang="en-US" sz="1800" dirty="0" err="1"/>
              <a:t>sequential_parallel_flood.c</a:t>
            </a:r>
            <a:r>
              <a:rPr lang="en-US" sz="1800" dirty="0"/>
              <a:t> </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6" name="Picture 5">
            <a:extLst>
              <a:ext uri="{FF2B5EF4-FFF2-40B4-BE49-F238E27FC236}">
                <a16:creationId xmlns:a16="http://schemas.microsoft.com/office/drawing/2014/main" id="{540C018F-ECF4-8583-C24D-C69156642A03}"/>
              </a:ext>
            </a:extLst>
          </p:cNvPr>
          <p:cNvPicPr>
            <a:picLocks noChangeAspect="1"/>
          </p:cNvPicPr>
          <p:nvPr/>
        </p:nvPicPr>
        <p:blipFill>
          <a:blip r:embed="rId4"/>
          <a:stretch>
            <a:fillRect/>
          </a:stretch>
        </p:blipFill>
        <p:spPr>
          <a:xfrm>
            <a:off x="2392823" y="1241913"/>
            <a:ext cx="4358354" cy="2489689"/>
          </a:xfrm>
          <a:prstGeom prst="rect">
            <a:avLst/>
          </a:prstGeom>
        </p:spPr>
      </p:pic>
    </p:spTree>
    <p:extLst>
      <p:ext uri="{BB962C8B-B14F-4D97-AF65-F5344CB8AC3E}">
        <p14:creationId xmlns:p14="http://schemas.microsoft.com/office/powerpoint/2010/main" val="3310529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3554819"/>
          </a:xfrm>
          <a:prstGeom prst="rect">
            <a:avLst/>
          </a:prstGeom>
          <a:noFill/>
        </p:spPr>
        <p:txBody>
          <a:bodyPr wrap="square" lIns="457200" tIns="182880" rIns="457200" bIns="0" rtlCol="0">
            <a:spAutoFit/>
          </a:bodyPr>
          <a:lstStyle/>
          <a:p>
            <a:pPr>
              <a:spcAft>
                <a:spcPts val="1500"/>
              </a:spcAft>
            </a:pPr>
            <a:r>
              <a:rPr lang="en-US" sz="1800" dirty="0"/>
              <a:t>Performance impact of creating / joining threads (overhead):</a:t>
            </a:r>
            <a:br>
              <a:rPr lang="en-US" sz="1800" b="1" dirty="0">
                <a:solidFill>
                  <a:srgbClr val="FF0000"/>
                </a:solidFill>
              </a:rPr>
            </a:br>
            <a:endParaRPr lang="en-US" b="1" dirty="0">
              <a:solidFill>
                <a:srgbClr val="FF0000"/>
              </a:solidFill>
            </a:endParaRPr>
          </a:p>
          <a:p>
            <a:pPr>
              <a:spcAft>
                <a:spcPts val="1500"/>
              </a:spcAft>
            </a:pPr>
            <a:endParaRPr lang="en-US" sz="1800" b="1" dirty="0">
              <a:solidFill>
                <a:srgbClr val="FF0000"/>
              </a:solidFill>
            </a:endParaRPr>
          </a:p>
          <a:p>
            <a:pPr>
              <a:spcAft>
                <a:spcPts val="1500"/>
              </a:spcAft>
            </a:pPr>
            <a:endParaRPr lang="en-US" b="1" dirty="0">
              <a:solidFill>
                <a:srgbClr val="FF0000"/>
              </a:solidFill>
            </a:endParaRPr>
          </a:p>
          <a:p>
            <a:pPr>
              <a:spcAft>
                <a:spcPts val="1500"/>
              </a:spcAft>
            </a:pPr>
            <a:endParaRPr lang="en-US" sz="1800" b="1" dirty="0">
              <a:solidFill>
                <a:srgbClr val="FF0000"/>
              </a:solidFill>
            </a:endParaRPr>
          </a:p>
          <a:p>
            <a:pPr>
              <a:spcAft>
                <a:spcPts val="1500"/>
              </a:spcAft>
            </a:pPr>
            <a:endParaRPr lang="en-US" sz="1800" b="1" dirty="0"/>
          </a:p>
          <a:p>
            <a:pPr>
              <a:spcAft>
                <a:spcPts val="1500"/>
              </a:spcAft>
            </a:pPr>
            <a:endParaRPr lang="en-US" sz="1800" b="1" dirty="0"/>
          </a:p>
          <a:p>
            <a:pPr>
              <a:spcAft>
                <a:spcPts val="1500"/>
              </a:spcAft>
            </a:pPr>
            <a:r>
              <a:rPr lang="en-US" sz="1800" b="1" dirty="0"/>
              <a:t>Example</a:t>
            </a:r>
            <a:r>
              <a:rPr lang="en-US" sz="1800" dirty="0"/>
              <a:t>: </a:t>
            </a:r>
            <a:r>
              <a:rPr lang="en-US" sz="1800" dirty="0" err="1"/>
              <a:t>sequential_parallel_persistent_threads.c</a:t>
            </a:r>
            <a:r>
              <a:rPr lang="en-US" sz="1800" dirty="0"/>
              <a:t> </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6" name="Picture 5">
            <a:extLst>
              <a:ext uri="{FF2B5EF4-FFF2-40B4-BE49-F238E27FC236}">
                <a16:creationId xmlns:a16="http://schemas.microsoft.com/office/drawing/2014/main" id="{6E5C57C9-0BDC-8D41-A01A-64BD0D027047}"/>
              </a:ext>
            </a:extLst>
          </p:cNvPr>
          <p:cNvPicPr>
            <a:picLocks noChangeAspect="1"/>
          </p:cNvPicPr>
          <p:nvPr/>
        </p:nvPicPr>
        <p:blipFill>
          <a:blip r:embed="rId4"/>
          <a:stretch>
            <a:fillRect/>
          </a:stretch>
        </p:blipFill>
        <p:spPr>
          <a:xfrm>
            <a:off x="457200" y="1221876"/>
            <a:ext cx="8229600" cy="2025467"/>
          </a:xfrm>
          <a:prstGeom prst="rect">
            <a:avLst/>
          </a:prstGeom>
        </p:spPr>
      </p:pic>
      <p:pic>
        <p:nvPicPr>
          <p:cNvPr id="1026" name="Picture 2" descr="The Little Girl From The WTF Face Meme Is Back! | Hit Network">
            <a:extLst>
              <a:ext uri="{FF2B5EF4-FFF2-40B4-BE49-F238E27FC236}">
                <a16:creationId xmlns:a16="http://schemas.microsoft.com/office/drawing/2014/main" id="{29CCB469-09AD-FB54-DC11-35CE27D5F1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2757" y="3743626"/>
            <a:ext cx="1943253" cy="1094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384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616007"/>
          </a:xfrm>
          <a:prstGeom prst="rect">
            <a:avLst/>
          </a:prstGeom>
          <a:noFill/>
        </p:spPr>
        <p:txBody>
          <a:bodyPr wrap="square" lIns="457200" tIns="182880" rIns="457200" bIns="0" rtlCol="0">
            <a:spAutoFit/>
          </a:bodyPr>
          <a:lstStyle/>
          <a:p>
            <a:pPr>
              <a:spcAft>
                <a:spcPts val="1000"/>
              </a:spcAft>
            </a:pPr>
            <a:r>
              <a:rPr lang="en-US" dirty="0"/>
              <a:t>Thread safety:</a:t>
            </a:r>
          </a:p>
          <a:p>
            <a:pPr marL="800100" lvl="1" indent="-342900">
              <a:spcAft>
                <a:spcPts val="1000"/>
              </a:spcAft>
              <a:buFont typeface="Arial" panose="020B0604020202020204" pitchFamily="34" charset="0"/>
              <a:buChar char="•"/>
            </a:pPr>
            <a:r>
              <a:rPr lang="en-US" dirty="0"/>
              <a:t>Code is </a:t>
            </a:r>
            <a:r>
              <a:rPr lang="en-US" b="1" dirty="0"/>
              <a:t>thread-safe</a:t>
            </a:r>
            <a:r>
              <a:rPr lang="en-US" dirty="0"/>
              <a:t> if it manipulates shared data structures only in a manner that guarantees a safe execution by multiple threads</a:t>
            </a:r>
          </a:p>
          <a:p>
            <a:pPr marL="800100" lvl="1" indent="-342900">
              <a:lnSpc>
                <a:spcPct val="150000"/>
              </a:lnSpc>
              <a:spcAft>
                <a:spcPts val="1000"/>
              </a:spcAft>
              <a:buFont typeface="Arial" panose="020B0604020202020204" pitchFamily="34" charset="0"/>
              <a:buChar char="•"/>
            </a:pPr>
            <a:r>
              <a:rPr lang="en-US" dirty="0"/>
              <a:t>Race conditions and reentrancy</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ts val="1560"/>
              </a:lnSpc>
              <a:spcAft>
                <a:spcPts val="0"/>
              </a:spcAft>
              <a:buFont typeface="Arial" panose="020B0604020202020204" pitchFamily="34" charset="0"/>
              <a:buChar char="•"/>
            </a:pPr>
            <a:r>
              <a:rPr lang="en-US" b="1" dirty="0"/>
              <a:t>Example</a:t>
            </a:r>
            <a:r>
              <a:rPr lang="en-US" dirty="0"/>
              <a:t>: 	</a:t>
            </a:r>
            <a:r>
              <a:rPr lang="en-US" dirty="0" err="1"/>
              <a:t>race.c</a:t>
            </a:r>
            <a:br>
              <a:rPr lang="en-US" dirty="0"/>
            </a:br>
            <a:r>
              <a:rPr lang="en-US" dirty="0"/>
              <a:t>			race2.c</a:t>
            </a:r>
            <a:br>
              <a:rPr lang="en-US" dirty="0"/>
            </a:br>
            <a:r>
              <a:rPr lang="en-US" dirty="0"/>
              <a:t>			vector_race.cpp</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BAA9BDC3-B9A8-4E74-AC03-C2B0734F938C}"/>
              </a:ext>
            </a:extLst>
          </p:cNvPr>
          <p:cNvSpPr/>
          <p:nvPr/>
        </p:nvSpPr>
        <p:spPr>
          <a:xfrm>
            <a:off x="1432092" y="2353858"/>
            <a:ext cx="6317448"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x;</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void* run1(void* </a:t>
            </a:r>
            <a:r>
              <a:rPr lang="en-US" sz="1200" dirty="0" err="1">
                <a:latin typeface="Courier New" panose="02070309020205020404" pitchFamily="49" charset="0"/>
                <a:cs typeface="Courier New" panose="02070309020205020404" pitchFamily="49" charset="0"/>
              </a:rPr>
              <a:t>arg</a:t>
            </a: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*x += 1;</a:t>
            </a:r>
          </a:p>
          <a:p>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void* run2(void* </a:t>
            </a:r>
            <a:r>
              <a:rPr lang="en-US" sz="1200" dirty="0" err="1">
                <a:latin typeface="Courier New" panose="02070309020205020404" pitchFamily="49" charset="0"/>
                <a:cs typeface="Courier New" panose="02070309020205020404" pitchFamily="49" charset="0"/>
              </a:rPr>
              <a:t>arg</a:t>
            </a: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*x += 2;</a:t>
            </a:r>
          </a:p>
          <a:p>
            <a:r>
              <a:rPr lang="en-US" sz="1200" dirty="0">
                <a:latin typeface="Courier New" panose="02070309020205020404" pitchFamily="49" charset="0"/>
                <a:cs typeface="Courier New" panose="02070309020205020404" pitchFamily="49" charset="0"/>
              </a:rPr>
              <a:t>}</a:t>
            </a:r>
          </a:p>
        </p:txBody>
      </p:sp>
      <p:sp>
        <p:nvSpPr>
          <p:cNvPr id="13" name="Rectangle 12">
            <a:extLst>
              <a:ext uri="{FF2B5EF4-FFF2-40B4-BE49-F238E27FC236}">
                <a16:creationId xmlns:a16="http://schemas.microsoft.com/office/drawing/2014/main" id="{73D01904-66B8-48E9-805E-B287E1C218C7}"/>
              </a:ext>
            </a:extLst>
          </p:cNvPr>
          <p:cNvSpPr/>
          <p:nvPr/>
        </p:nvSpPr>
        <p:spPr>
          <a:xfrm>
            <a:off x="4572000" y="2669448"/>
            <a:ext cx="2958800" cy="830997"/>
          </a:xfrm>
          <a:prstGeom prst="rect">
            <a:avLst/>
          </a:prstGeom>
        </p:spPr>
        <p:txBody>
          <a:bodyPr wrap="square">
            <a:spAutoFit/>
          </a:bodyPr>
          <a:lstStyle/>
          <a:p>
            <a:r>
              <a:rPr lang="en-US" sz="1200" dirty="0">
                <a:latin typeface="Courier New" panose="02070309020205020404" pitchFamily="49" charset="0"/>
                <a:cs typeface="Courier New" panose="02070309020205020404" pitchFamily="49" charset="0"/>
              </a:rPr>
              <a:t>run1            run2   </a:t>
            </a:r>
          </a:p>
          <a:p>
            <a:r>
              <a:rPr lang="en-US" sz="1200" dirty="0">
                <a:latin typeface="Courier New" panose="02070309020205020404" pitchFamily="49" charset="0"/>
                <a:cs typeface="Courier New" panose="02070309020205020404" pitchFamily="49" charset="0"/>
              </a:rPr>
              <a:t>D.1 = *x;       D.1 = *x;</a:t>
            </a:r>
          </a:p>
          <a:p>
            <a:r>
              <a:rPr lang="en-US" sz="1200" dirty="0">
                <a:latin typeface="Courier New" panose="02070309020205020404" pitchFamily="49" charset="0"/>
                <a:cs typeface="Courier New" panose="02070309020205020404" pitchFamily="49" charset="0"/>
              </a:rPr>
              <a:t>D.2 = D.1 + 1;  D.2 = D.1 + 2</a:t>
            </a:r>
          </a:p>
          <a:p>
            <a:r>
              <a:rPr lang="en-US" sz="1200" dirty="0">
                <a:latin typeface="Courier New" panose="02070309020205020404" pitchFamily="49" charset="0"/>
                <a:cs typeface="Courier New" panose="02070309020205020404" pitchFamily="49" charset="0"/>
              </a:rPr>
              <a:t>*x = D.2;       *x = D.2;</a:t>
            </a:r>
          </a:p>
        </p:txBody>
      </p:sp>
    </p:spTree>
    <p:extLst>
      <p:ext uri="{BB962C8B-B14F-4D97-AF65-F5344CB8AC3E}">
        <p14:creationId xmlns:p14="http://schemas.microsoft.com/office/powerpoint/2010/main" val="444364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693593"/>
          </a:xfrm>
          <a:prstGeom prst="rect">
            <a:avLst/>
          </a:prstGeom>
          <a:noFill/>
        </p:spPr>
        <p:txBody>
          <a:bodyPr wrap="square" lIns="457200" tIns="182880" rIns="457200" bIns="0" rtlCol="0">
            <a:spAutoFit/>
          </a:bodyPr>
          <a:lstStyle/>
          <a:p>
            <a:pPr>
              <a:spcAft>
                <a:spcPts val="1000"/>
              </a:spcAft>
            </a:pPr>
            <a:r>
              <a:rPr lang="en-US" dirty="0"/>
              <a:t>Detecting data races automatically:</a:t>
            </a:r>
          </a:p>
          <a:p>
            <a:pPr marL="800100" lvl="1" indent="-342900">
              <a:lnSpc>
                <a:spcPct val="150000"/>
              </a:lnSpc>
              <a:spcAft>
                <a:spcPts val="1000"/>
              </a:spcAft>
              <a:buFont typeface="Arial" panose="020B0604020202020204" pitchFamily="34" charset="0"/>
              <a:buChar char="•"/>
            </a:pPr>
            <a:r>
              <a:rPr lang="en-US" dirty="0"/>
              <a:t>Dynamic and static tools can help find data races in your program</a:t>
            </a:r>
          </a:p>
          <a:p>
            <a:pPr marL="800100" lvl="1" indent="-342900">
              <a:lnSpc>
                <a:spcPct val="150000"/>
              </a:lnSpc>
              <a:spcAft>
                <a:spcPts val="1000"/>
              </a:spcAft>
              <a:buFont typeface="Arial" panose="020B0604020202020204" pitchFamily="34" charset="0"/>
              <a:buChar char="•"/>
            </a:pPr>
            <a:r>
              <a:rPr lang="en-US" i="1" dirty="0" err="1"/>
              <a:t>helgrind</a:t>
            </a:r>
            <a:r>
              <a:rPr lang="en-US" dirty="0"/>
              <a:t> analyzes your program (and causes a large slowdown)</a:t>
            </a:r>
          </a:p>
          <a:p>
            <a:pPr marL="800100" lvl="1" indent="-342900">
              <a:lnSpc>
                <a:spcPct val="150000"/>
              </a:lnSpc>
              <a:spcAft>
                <a:spcPts val="1000"/>
              </a:spcAft>
              <a:buFont typeface="Arial" panose="020B0604020202020204" pitchFamily="34" charset="0"/>
              <a:buChar char="•"/>
            </a:pPr>
            <a:r>
              <a:rPr lang="en-US" dirty="0"/>
              <a:t>Run with </a:t>
            </a:r>
            <a:r>
              <a:rPr lang="en-US" i="1" dirty="0" err="1"/>
              <a:t>valgrind</a:t>
            </a:r>
            <a:r>
              <a:rPr lang="en-US" i="1" dirty="0"/>
              <a:t> --tool=</a:t>
            </a:r>
            <a:r>
              <a:rPr lang="en-US" i="1" dirty="0" err="1"/>
              <a:t>helgrind</a:t>
            </a:r>
            <a:r>
              <a:rPr lang="en-US" i="1" dirty="0"/>
              <a:t> &lt;prog&gt;</a:t>
            </a:r>
          </a:p>
          <a:p>
            <a:pPr marL="800100" lvl="1" indent="-342900">
              <a:lnSpc>
                <a:spcPct val="150000"/>
              </a:lnSpc>
              <a:spcAft>
                <a:spcPts val="1000"/>
              </a:spcAft>
              <a:buFont typeface="Arial" panose="020B0604020202020204" pitchFamily="34" charset="0"/>
              <a:buChar char="•"/>
            </a:pPr>
            <a:r>
              <a:rPr lang="en-US" dirty="0"/>
              <a:t>It will warn you of possible data races along with locations</a:t>
            </a:r>
          </a:p>
          <a:p>
            <a:pPr marL="800100" lvl="1" indent="-342900">
              <a:lnSpc>
                <a:spcPct val="150000"/>
              </a:lnSpc>
              <a:spcAft>
                <a:spcPts val="1000"/>
              </a:spcAft>
              <a:buFont typeface="Arial" panose="020B0604020202020204" pitchFamily="34" charset="0"/>
              <a:buChar char="•"/>
            </a:pPr>
            <a:r>
              <a:rPr lang="en-US" dirty="0"/>
              <a:t>For useful debugging information, </a:t>
            </a:r>
            <a:r>
              <a:rPr lang="en-US" b="1" dirty="0"/>
              <a:t>compile with debug mode</a:t>
            </a:r>
            <a:r>
              <a:rPr lang="en-US" dirty="0"/>
              <a:t> (-g)</a:t>
            </a:r>
          </a:p>
          <a:p>
            <a:pPr marL="800100" lvl="1" indent="-342900">
              <a:lnSpc>
                <a:spcPct val="150000"/>
              </a:lnSpc>
              <a:buFont typeface="Arial" panose="020B0604020202020204" pitchFamily="34" charset="0"/>
              <a:buChar char="•"/>
            </a:pPr>
            <a:r>
              <a:rPr lang="en-US" b="1" dirty="0"/>
              <a:t>Examples</a:t>
            </a:r>
            <a:r>
              <a:rPr lang="en-US" dirty="0"/>
              <a:t>:</a:t>
            </a:r>
          </a:p>
          <a:p>
            <a:pPr lvl="2">
              <a:lnSpc>
                <a:spcPct val="150000"/>
              </a:lnSpc>
            </a:pPr>
            <a:r>
              <a:rPr lang="en-US" dirty="0"/>
              <a:t>	</a:t>
            </a:r>
            <a:r>
              <a:rPr lang="en-US" dirty="0" err="1"/>
              <a:t>sudo</a:t>
            </a:r>
            <a:r>
              <a:rPr lang="en-US" dirty="0"/>
              <a:t> apt install </a:t>
            </a:r>
            <a:r>
              <a:rPr lang="en-US" dirty="0" err="1"/>
              <a:t>valgrind</a:t>
            </a:r>
            <a:endParaRPr lang="en-US" dirty="0"/>
          </a:p>
          <a:p>
            <a:pPr lvl="3"/>
            <a:r>
              <a:rPr lang="en-US" dirty="0" err="1"/>
              <a:t>valgrind</a:t>
            </a:r>
            <a:r>
              <a:rPr lang="en-US" dirty="0"/>
              <a:t> --tool=</a:t>
            </a:r>
            <a:r>
              <a:rPr lang="en-US" dirty="0" err="1"/>
              <a:t>helgrind</a:t>
            </a:r>
            <a:r>
              <a:rPr lang="en-US" dirty="0"/>
              <a:t> ./race</a:t>
            </a:r>
          </a:p>
          <a:p>
            <a:pPr lvl="3"/>
            <a:r>
              <a:rPr lang="en-US" dirty="0" err="1"/>
              <a:t>valgrind</a:t>
            </a:r>
            <a:r>
              <a:rPr lang="en-US" dirty="0"/>
              <a:t> --tool=</a:t>
            </a:r>
            <a:r>
              <a:rPr lang="en-US" dirty="0" err="1"/>
              <a:t>helgrind</a:t>
            </a:r>
            <a:r>
              <a:rPr lang="en-US" dirty="0"/>
              <a:t> ./</a:t>
            </a:r>
            <a:r>
              <a:rPr lang="en-US" dirty="0" err="1"/>
              <a:t>vector_race</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Tree>
    <p:extLst>
      <p:ext uri="{BB962C8B-B14F-4D97-AF65-F5344CB8AC3E}">
        <p14:creationId xmlns:p14="http://schemas.microsoft.com/office/powerpoint/2010/main" val="2588724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555734"/>
          </a:xfrm>
          <a:prstGeom prst="rect">
            <a:avLst/>
          </a:prstGeom>
          <a:noFill/>
        </p:spPr>
        <p:txBody>
          <a:bodyPr wrap="square" lIns="457200" tIns="182880" rIns="457200" bIns="0" rtlCol="0">
            <a:spAutoFit/>
          </a:bodyPr>
          <a:lstStyle/>
          <a:p>
            <a:pPr>
              <a:spcAft>
                <a:spcPts val="1000"/>
              </a:spcAft>
            </a:pPr>
            <a:r>
              <a:rPr lang="en-US" dirty="0"/>
              <a:t>Mutual exclusion: locks</a:t>
            </a:r>
          </a:p>
          <a:p>
            <a:pPr marL="800100" lvl="1" indent="-342900">
              <a:lnSpc>
                <a:spcPct val="150000"/>
              </a:lnSpc>
              <a:spcAft>
                <a:spcPts val="1000"/>
              </a:spcAft>
              <a:buFont typeface="Arial" panose="020B0604020202020204" pitchFamily="34" charset="0"/>
              <a:buChar char="•"/>
            </a:pPr>
            <a:r>
              <a:rPr lang="en-US" dirty="0"/>
              <a:t>Mutexes are the most basic type of synchronization</a:t>
            </a:r>
          </a:p>
          <a:p>
            <a:pPr marL="800100" lvl="1" indent="-342900">
              <a:lnSpc>
                <a:spcPct val="150000"/>
              </a:lnSpc>
              <a:spcAft>
                <a:spcPts val="1000"/>
              </a:spcAft>
              <a:buFont typeface="Arial" panose="020B0604020202020204" pitchFamily="34" charset="0"/>
              <a:buChar char="•"/>
            </a:pPr>
            <a:r>
              <a:rPr lang="en-US" dirty="0"/>
              <a:t>Only one thread at a time can execute code protected by a mutex</a:t>
            </a:r>
          </a:p>
          <a:p>
            <a:pPr marL="800100" lvl="1" indent="-342900">
              <a:spcBef>
                <a:spcPts val="1000"/>
              </a:spcBef>
              <a:spcAft>
                <a:spcPts val="1000"/>
              </a:spcAft>
              <a:buFont typeface="Arial" panose="020B0604020202020204" pitchFamily="34" charset="0"/>
              <a:buChar char="•"/>
            </a:pPr>
            <a:r>
              <a:rPr lang="en-US" dirty="0"/>
              <a:t>All other threads must wait until the mutex is free before they can execute protected code</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Bef>
                <a:spcPts val="500"/>
              </a:spcBef>
              <a:spcAft>
                <a:spcPts val="1000"/>
              </a:spcAft>
              <a:buFont typeface="Arial" panose="020B0604020202020204" pitchFamily="34" charset="0"/>
              <a:buChar char="•"/>
            </a:pPr>
            <a:r>
              <a:rPr lang="en-US" b="1" dirty="0"/>
              <a:t>Example</a:t>
            </a:r>
            <a:r>
              <a:rPr lang="en-US" dirty="0"/>
              <a:t>: vector_race_mutex.cpp</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0E05DE18-9A98-473E-88DF-24862267FE36}"/>
              </a:ext>
            </a:extLst>
          </p:cNvPr>
          <p:cNvSpPr/>
          <p:nvPr/>
        </p:nvSpPr>
        <p:spPr>
          <a:xfrm>
            <a:off x="882474" y="3056087"/>
            <a:ext cx="3689526"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latin typeface="Courier New" panose="02070309020205020404" pitchFamily="49" charset="0"/>
                <a:cs typeface="Courier New" panose="02070309020205020404" pitchFamily="49" charset="0"/>
              </a:rPr>
              <a:t>pthread_mutex_t</a:t>
            </a:r>
            <a:r>
              <a:rPr lang="en-US" sz="1200" dirty="0">
                <a:latin typeface="Courier New" panose="02070309020205020404" pitchFamily="49" charset="0"/>
                <a:cs typeface="Courier New" panose="02070309020205020404" pitchFamily="49" charset="0"/>
              </a:rPr>
              <a:t> m;  // C99</a:t>
            </a:r>
          </a:p>
          <a:p>
            <a:r>
              <a:rPr lang="en-US" sz="1200" dirty="0" err="1">
                <a:latin typeface="Courier New" panose="02070309020205020404" pitchFamily="49" charset="0"/>
                <a:cs typeface="Courier New" panose="02070309020205020404" pitchFamily="49" charset="0"/>
              </a:rPr>
              <a:t>pthread_mutex_init</a:t>
            </a:r>
            <a:r>
              <a:rPr lang="en-US" sz="1200" dirty="0">
                <a:latin typeface="Courier New" panose="02070309020205020404" pitchFamily="49" charset="0"/>
                <a:cs typeface="Courier New" panose="02070309020205020404" pitchFamily="49" charset="0"/>
              </a:rPr>
              <a:t>(&amp;m, NULL);</a:t>
            </a:r>
          </a:p>
          <a:p>
            <a:r>
              <a:rPr lang="en-US" sz="1200" dirty="0">
                <a:latin typeface="Courier New" panose="02070309020205020404" pitchFamily="49" charset="0"/>
                <a:cs typeface="Courier New" panose="02070309020205020404" pitchFamily="49" charset="0"/>
              </a:rPr>
              <a:t>// code</a:t>
            </a:r>
          </a:p>
          <a:p>
            <a:r>
              <a:rPr lang="en-US" sz="1200" dirty="0" err="1">
                <a:latin typeface="Courier New" panose="02070309020205020404" pitchFamily="49" charset="0"/>
                <a:cs typeface="Courier New" panose="02070309020205020404" pitchFamily="49" charset="0"/>
              </a:rPr>
              <a:t>pthread_mutex_lock</a:t>
            </a:r>
            <a:r>
              <a:rPr lang="en-US" sz="1200" dirty="0">
                <a:latin typeface="Courier New" panose="02070309020205020404" pitchFamily="49" charset="0"/>
                <a:cs typeface="Courier New" panose="02070309020205020404" pitchFamily="49" charset="0"/>
              </a:rPr>
              <a:t>(&amp;m);</a:t>
            </a:r>
          </a:p>
          <a:p>
            <a:r>
              <a:rPr lang="en-US" sz="1200" dirty="0">
                <a:latin typeface="Courier New" panose="02070309020205020404" pitchFamily="49" charset="0"/>
                <a:cs typeface="Courier New" panose="02070309020205020404" pitchFamily="49" charset="0"/>
              </a:rPr>
              <a:t>// protected code, critical section</a:t>
            </a:r>
          </a:p>
          <a:p>
            <a:r>
              <a:rPr lang="en-US" sz="1200" dirty="0" err="1">
                <a:latin typeface="Courier New" panose="02070309020205020404" pitchFamily="49" charset="0"/>
                <a:cs typeface="Courier New" panose="02070309020205020404" pitchFamily="49" charset="0"/>
              </a:rPr>
              <a:t>pthread_mutex_unlock</a:t>
            </a:r>
            <a:r>
              <a:rPr lang="en-US" sz="1200" dirty="0">
                <a:latin typeface="Courier New" panose="02070309020205020404" pitchFamily="49" charset="0"/>
                <a:cs typeface="Courier New" panose="02070309020205020404" pitchFamily="49" charset="0"/>
              </a:rPr>
              <a:t>(&amp;m);</a:t>
            </a:r>
          </a:p>
          <a:p>
            <a:r>
              <a:rPr lang="en-US" sz="1200" dirty="0">
                <a:latin typeface="Courier New" panose="02070309020205020404" pitchFamily="49" charset="0"/>
                <a:cs typeface="Courier New" panose="02070309020205020404" pitchFamily="49" charset="0"/>
              </a:rPr>
              <a:t>// more code</a:t>
            </a:r>
          </a:p>
          <a:p>
            <a:r>
              <a:rPr lang="en-US" sz="1200" dirty="0" err="1">
                <a:latin typeface="Courier New" panose="02070309020205020404" pitchFamily="49" charset="0"/>
                <a:cs typeface="Courier New" panose="02070309020205020404" pitchFamily="49" charset="0"/>
              </a:rPr>
              <a:t>pthread_mutex_destroy</a:t>
            </a:r>
            <a:r>
              <a:rPr lang="en-US" sz="1200" dirty="0">
                <a:latin typeface="Courier New" panose="02070309020205020404" pitchFamily="49" charset="0"/>
                <a:cs typeface="Courier New" panose="02070309020205020404" pitchFamily="49" charset="0"/>
              </a:rPr>
              <a:t>(&amp;m);</a:t>
            </a:r>
          </a:p>
        </p:txBody>
      </p:sp>
      <p:sp>
        <p:nvSpPr>
          <p:cNvPr id="6" name="Rectangle 5">
            <a:extLst>
              <a:ext uri="{FF2B5EF4-FFF2-40B4-BE49-F238E27FC236}">
                <a16:creationId xmlns:a16="http://schemas.microsoft.com/office/drawing/2014/main" id="{077440D5-0F49-42E6-9651-072B7068BEF1}"/>
              </a:ext>
            </a:extLst>
          </p:cNvPr>
          <p:cNvSpPr/>
          <p:nvPr/>
        </p:nvSpPr>
        <p:spPr>
          <a:xfrm>
            <a:off x="4572000" y="3056087"/>
            <a:ext cx="3689526"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latin typeface="Courier New" panose="02070309020205020404" pitchFamily="49" charset="0"/>
                <a:cs typeface="Courier New" panose="02070309020205020404" pitchFamily="49" charset="0"/>
              </a:rPr>
              <a:t>mutex</a:t>
            </a:r>
            <a:r>
              <a:rPr lang="en-US" sz="1200" dirty="0">
                <a:latin typeface="Courier New" panose="02070309020205020404" pitchFamily="49" charset="0"/>
                <a:cs typeface="Courier New" panose="02070309020205020404" pitchFamily="49" charset="0"/>
              </a:rPr>
              <a:t> m;  // C++11</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code</a:t>
            </a:r>
          </a:p>
          <a:p>
            <a:r>
              <a:rPr lang="en-US" sz="1200" dirty="0" err="1">
                <a:latin typeface="Courier New" panose="02070309020205020404" pitchFamily="49" charset="0"/>
                <a:cs typeface="Courier New" panose="02070309020205020404" pitchFamily="49" charset="0"/>
              </a:rPr>
              <a:t>m.lock</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protected code, critical section</a:t>
            </a:r>
          </a:p>
          <a:p>
            <a:r>
              <a:rPr lang="en-US" sz="1200" dirty="0" err="1">
                <a:latin typeface="Courier New" panose="02070309020205020404" pitchFamily="49" charset="0"/>
                <a:cs typeface="Courier New" panose="02070309020205020404" pitchFamily="49" charset="0"/>
              </a:rPr>
              <a:t>m.unlock</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more code</a:t>
            </a:r>
          </a:p>
          <a:p>
            <a:endParaRPr lang="en-US"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07910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257576"/>
          </a:xfrm>
          <a:prstGeom prst="rect">
            <a:avLst/>
          </a:prstGeom>
          <a:noFill/>
        </p:spPr>
        <p:txBody>
          <a:bodyPr wrap="square" lIns="457200" tIns="182880" rIns="457200" bIns="0" rtlCol="0">
            <a:spAutoFit/>
          </a:bodyPr>
          <a:lstStyle/>
          <a:p>
            <a:pPr>
              <a:spcAft>
                <a:spcPts val="1000"/>
              </a:spcAft>
            </a:pPr>
            <a:r>
              <a:rPr lang="en-US" dirty="0"/>
              <a:t>Mutual exclusion: semaphores</a:t>
            </a:r>
          </a:p>
          <a:p>
            <a:pPr marL="800100" lvl="1" indent="-342900">
              <a:lnSpc>
                <a:spcPct val="150000"/>
              </a:lnSpc>
              <a:spcAft>
                <a:spcPts val="1000"/>
              </a:spcAft>
              <a:buFont typeface="Arial" panose="020B0604020202020204" pitchFamily="34" charset="0"/>
              <a:buChar char="•"/>
            </a:pPr>
            <a:r>
              <a:rPr lang="en-US" dirty="0"/>
              <a:t>Binary: equal to a mutex if the initial value is 1</a:t>
            </a:r>
          </a:p>
          <a:p>
            <a:pPr marL="800100" lvl="1" indent="-342900">
              <a:lnSpc>
                <a:spcPct val="150000"/>
              </a:lnSpc>
              <a:spcAft>
                <a:spcPts val="1000"/>
              </a:spcAft>
              <a:buFont typeface="Arial" panose="020B0604020202020204" pitchFamily="34" charset="0"/>
              <a:buChar char="•"/>
            </a:pPr>
            <a:r>
              <a:rPr lang="en-US" dirty="0"/>
              <a:t>Counting semaphores: any number of threads at the same time</a:t>
            </a:r>
          </a:p>
          <a:p>
            <a:pPr marL="800100" lvl="1" indent="-342900">
              <a:spcAft>
                <a:spcPts val="1000"/>
              </a:spcAft>
              <a:buFont typeface="Arial" panose="020B0604020202020204" pitchFamily="34" charset="0"/>
              <a:buChar char="•"/>
            </a:pPr>
            <a:r>
              <a:rPr lang="en-US" dirty="0"/>
              <a:t>A pair of semaphores can be useful to synchronize the main process and its threads when iterating in a loop</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r>
              <a:rPr lang="en-US" b="1" dirty="0"/>
              <a:t>Example</a:t>
            </a:r>
            <a:r>
              <a:rPr lang="en-US" dirty="0"/>
              <a:t>: </a:t>
            </a:r>
            <a:r>
              <a:rPr lang="en-US" dirty="0" err="1"/>
              <a:t>producer_consumer.c</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8" name="Rectangle 7">
            <a:extLst>
              <a:ext uri="{FF2B5EF4-FFF2-40B4-BE49-F238E27FC236}">
                <a16:creationId xmlns:a16="http://schemas.microsoft.com/office/drawing/2014/main" id="{F3F4A28E-3868-4617-B22D-ADAF42E4EB76}"/>
              </a:ext>
            </a:extLst>
          </p:cNvPr>
          <p:cNvSpPr/>
          <p:nvPr/>
        </p:nvSpPr>
        <p:spPr>
          <a:xfrm>
            <a:off x="925862" y="2940081"/>
            <a:ext cx="7292276"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#include &lt;</a:t>
            </a:r>
            <a:r>
              <a:rPr lang="en-US" sz="1200" dirty="0" err="1">
                <a:latin typeface="Courier New" panose="02070309020205020404" pitchFamily="49" charset="0"/>
                <a:cs typeface="Courier New" panose="02070309020205020404" pitchFamily="49" charset="0"/>
              </a:rPr>
              <a:t>semaphore.h</a:t>
            </a:r>
            <a:r>
              <a:rPr lang="en-US" sz="1200" dirty="0">
                <a:latin typeface="Courier New" panose="02070309020205020404" pitchFamily="49" charset="0"/>
                <a:cs typeface="Courier New" panose="02070309020205020404" pitchFamily="49" charset="0"/>
              </a:rPr>
              <a:t>&gt;</a:t>
            </a:r>
          </a:p>
          <a:p>
            <a:endParaRPr lang="en-US" sz="1200" dirty="0">
              <a:latin typeface="Courier New" panose="02070309020205020404" pitchFamily="49" charset="0"/>
              <a:cs typeface="Courier New" panose="02070309020205020404" pitchFamily="49" charset="0"/>
            </a:endParaRPr>
          </a:p>
          <a:p>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sem_init</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sem_t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pshared</a:t>
            </a:r>
            <a:r>
              <a:rPr lang="en-US" sz="1200" dirty="0">
                <a:latin typeface="Courier New" panose="02070309020205020404" pitchFamily="49" charset="0"/>
                <a:cs typeface="Courier New" panose="02070309020205020404" pitchFamily="49" charset="0"/>
              </a:rPr>
              <a:t>, unsigned </a:t>
            </a:r>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value);</a:t>
            </a:r>
          </a:p>
          <a:p>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sem_post</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sem_t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a:t>
            </a:r>
            <a:r>
              <a:rPr lang="en-US" sz="1200" dirty="0">
                <a:latin typeface="Courier New" panose="02070309020205020404" pitchFamily="49" charset="0"/>
                <a:cs typeface="Courier New" panose="02070309020205020404" pitchFamily="49" charset="0"/>
              </a:rPr>
              <a:t>);</a:t>
            </a:r>
          </a:p>
          <a:p>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sem_wait</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sem_t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a:t>
            </a:r>
            <a:r>
              <a:rPr lang="en-US" sz="1200" dirty="0">
                <a:latin typeface="Courier New" panose="02070309020205020404" pitchFamily="49" charset="0"/>
                <a:cs typeface="Courier New" panose="02070309020205020404" pitchFamily="49" charset="0"/>
              </a:rPr>
              <a:t>);</a:t>
            </a:r>
          </a:p>
          <a:p>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sem_destroy</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sem_t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a:t>
            </a:r>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92097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673074"/>
          </a:xfrm>
          <a:prstGeom prst="rect">
            <a:avLst/>
          </a:prstGeom>
          <a:noFill/>
        </p:spPr>
        <p:txBody>
          <a:bodyPr wrap="square" lIns="457200" tIns="182880" rIns="457200" bIns="0" rtlCol="0">
            <a:spAutoFit/>
          </a:bodyPr>
          <a:lstStyle/>
          <a:p>
            <a:pPr>
              <a:spcAft>
                <a:spcPts val="1000"/>
              </a:spcAft>
            </a:pPr>
            <a:r>
              <a:rPr lang="en-US" dirty="0"/>
              <a:t>Mutual exclusion: atomic operations</a:t>
            </a:r>
          </a:p>
          <a:p>
            <a:pPr marL="800100" lvl="1" indent="-342900">
              <a:lnSpc>
                <a:spcPct val="150000"/>
              </a:lnSpc>
              <a:spcAft>
                <a:spcPts val="1000"/>
              </a:spcAft>
              <a:buFont typeface="Arial" panose="020B0604020202020204" pitchFamily="34" charset="0"/>
              <a:buChar char="•"/>
            </a:pPr>
            <a:r>
              <a:rPr lang="en-US" dirty="0"/>
              <a:t>An atomic operation is indivisible</a:t>
            </a:r>
          </a:p>
          <a:p>
            <a:pPr marL="800100" lvl="1" indent="-342900">
              <a:spcAft>
                <a:spcPts val="1000"/>
              </a:spcAft>
              <a:buFont typeface="Arial" panose="020B0604020202020204" pitchFamily="34" charset="0"/>
              <a:buChar char="•"/>
            </a:pPr>
            <a:r>
              <a:rPr lang="en-US" dirty="0"/>
              <a:t>Objects of atomic types are the only objects that are free from data races, that is, they may be modified by two threads concurrently or modified by one and read by another.</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r>
              <a:rPr lang="en-US" b="1" dirty="0"/>
              <a:t>Examples</a:t>
            </a:r>
            <a:r>
              <a:rPr lang="en-US" dirty="0"/>
              <a:t>: 	</a:t>
            </a:r>
            <a:r>
              <a:rPr lang="en-US" dirty="0" err="1"/>
              <a:t>atomic.c</a:t>
            </a:r>
            <a:br>
              <a:rPr lang="en-US" dirty="0"/>
            </a:br>
            <a:r>
              <a:rPr lang="en-US" dirty="0"/>
              <a:t>			</a:t>
            </a:r>
            <a:r>
              <a:rPr lang="en-US" dirty="0" err="1"/>
              <a:t>atomic_performance.c</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D3B5B9C3-5DB5-44B4-AF77-4BFF584E9C16}"/>
              </a:ext>
            </a:extLst>
          </p:cNvPr>
          <p:cNvSpPr/>
          <p:nvPr/>
        </p:nvSpPr>
        <p:spPr>
          <a:xfrm>
            <a:off x="1273334" y="3575701"/>
            <a:ext cx="5465637"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#include &lt;atomic&gt;		//C++11</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atomic&lt;</a:t>
            </a:r>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&gt; counter;</a:t>
            </a:r>
          </a:p>
        </p:txBody>
      </p:sp>
      <p:sp>
        <p:nvSpPr>
          <p:cNvPr id="6" name="Rectangle 5">
            <a:extLst>
              <a:ext uri="{FF2B5EF4-FFF2-40B4-BE49-F238E27FC236}">
                <a16:creationId xmlns:a16="http://schemas.microsoft.com/office/drawing/2014/main" id="{1BB3D90A-2F94-4357-A7EC-6C7ABF713EC0}"/>
              </a:ext>
            </a:extLst>
          </p:cNvPr>
          <p:cNvSpPr/>
          <p:nvPr/>
        </p:nvSpPr>
        <p:spPr>
          <a:xfrm>
            <a:off x="1273334" y="2632948"/>
            <a:ext cx="5465637"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#include &lt;</a:t>
            </a:r>
            <a:r>
              <a:rPr lang="en-US" sz="1200" dirty="0" err="1">
                <a:latin typeface="Courier New" panose="02070309020205020404" pitchFamily="49" charset="0"/>
                <a:cs typeface="Courier New" panose="02070309020205020404" pitchFamily="49" charset="0"/>
              </a:rPr>
              <a:t>stdatomic.h</a:t>
            </a:r>
            <a:r>
              <a:rPr lang="en-US" sz="1200" dirty="0">
                <a:latin typeface="Courier New" panose="02070309020205020404" pitchFamily="49" charset="0"/>
                <a:cs typeface="Courier New" panose="02070309020205020404" pitchFamily="49" charset="0"/>
              </a:rPr>
              <a:t>&gt;	//C11</a:t>
            </a:r>
          </a:p>
          <a:p>
            <a:endParaRPr lang="en-US" sz="1200" dirty="0">
              <a:latin typeface="Courier New" panose="02070309020205020404" pitchFamily="49" charset="0"/>
              <a:cs typeface="Courier New" panose="02070309020205020404" pitchFamily="49" charset="0"/>
            </a:endParaRPr>
          </a:p>
          <a:p>
            <a:r>
              <a:rPr lang="en-US" sz="1200" dirty="0" err="1">
                <a:latin typeface="Courier New" panose="02070309020205020404" pitchFamily="49" charset="0"/>
                <a:cs typeface="Courier New" panose="02070309020205020404" pitchFamily="49" charset="0"/>
              </a:rPr>
              <a:t>atomic_int</a:t>
            </a:r>
            <a:r>
              <a:rPr lang="en-US" sz="1200" dirty="0">
                <a:latin typeface="Courier New" panose="02070309020205020404" pitchFamily="49" charset="0"/>
                <a:cs typeface="Courier New" panose="02070309020205020404" pitchFamily="49" charset="0"/>
              </a:rPr>
              <a:t> counter;</a:t>
            </a:r>
          </a:p>
        </p:txBody>
      </p:sp>
    </p:spTree>
    <p:extLst>
      <p:ext uri="{BB962C8B-B14F-4D97-AF65-F5344CB8AC3E}">
        <p14:creationId xmlns:p14="http://schemas.microsoft.com/office/powerpoint/2010/main" val="2999659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132454" y="43934"/>
            <a:ext cx="2890920" cy="369332"/>
          </a:xfrm>
          <a:prstGeom prst="rect">
            <a:avLst/>
          </a:prstGeom>
          <a:noFill/>
        </p:spPr>
        <p:txBody>
          <a:bodyPr wrap="none" rtlCol="0">
            <a:spAutoFit/>
          </a:bodyPr>
          <a:lstStyle/>
          <a:p>
            <a:pPr algn="r"/>
            <a:r>
              <a:rPr lang="en-US" b="1" dirty="0"/>
              <a:t>Concurrency and parallelism</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7235952" cy="4534575"/>
          </a:xfrm>
          <a:prstGeom prst="rect">
            <a:avLst/>
          </a:prstGeom>
          <a:noFill/>
        </p:spPr>
        <p:txBody>
          <a:bodyPr wrap="square" lIns="457200" tIns="182880" rIns="457200" bIns="0" rtlCol="0">
            <a:spAutoFit/>
          </a:bodyPr>
          <a:lstStyle/>
          <a:p>
            <a:pPr>
              <a:spcAft>
                <a:spcPts val="1000"/>
              </a:spcAft>
            </a:pPr>
            <a:r>
              <a:rPr lang="en-US" b="1" dirty="0"/>
              <a:t>Exercise</a:t>
            </a:r>
            <a:r>
              <a:rPr lang="en-US" dirty="0"/>
              <a:t>: Unisex restroom problem</a:t>
            </a:r>
          </a:p>
          <a:p>
            <a:pPr marL="800100" lvl="1" indent="-342900" algn="just">
              <a:spcAft>
                <a:spcPts val="1000"/>
              </a:spcAft>
              <a:buFont typeface="Arial" panose="020B0604020202020204" pitchFamily="34" charset="0"/>
              <a:buChar char="•"/>
            </a:pPr>
            <a:r>
              <a:rPr lang="en-US" dirty="0"/>
              <a:t>There is a single unisex restroom with a defined maximum capacity. The restroom may fill up to its capacity of people of the same gender, who each stay for a random time and then leave. People of other genders must wait and may only enter once the restroom is empty. Create a C program for any number of genders and capacity that simulates the occupancy of the restroom over time.</a:t>
            </a:r>
          </a:p>
          <a:p>
            <a:pPr marL="800100" lvl="1" indent="-342900">
              <a:lnSpc>
                <a:spcPct val="150000"/>
              </a:lnSpc>
              <a:spcAft>
                <a:spcPts val="1000"/>
              </a:spcAft>
              <a:buFont typeface="Arial" panose="020B0604020202020204" pitchFamily="34" charset="0"/>
              <a:buChar char="•"/>
            </a:pPr>
            <a:endParaRPr lang="en-US" dirty="0"/>
          </a:p>
          <a:p>
            <a:pPr marL="800100" lvl="1" indent="-342900">
              <a:lnSpc>
                <a:spcPct val="150000"/>
              </a:lnSpc>
              <a:spcAft>
                <a:spcPts val="1000"/>
              </a:spcAft>
              <a:buFont typeface="Arial" panose="020B0604020202020204" pitchFamily="34" charset="0"/>
              <a:buChar char="•"/>
            </a:pPr>
            <a:r>
              <a:rPr lang="en-US" dirty="0"/>
              <a:t>One example solution on </a:t>
            </a:r>
            <a:r>
              <a:rPr lang="en-US" dirty="0" err="1">
                <a:hlinkClick r:id="rId3"/>
              </a:rPr>
              <a:t>Github</a:t>
            </a:r>
            <a:endParaRPr lang="en-US" dirty="0"/>
          </a:p>
          <a:p>
            <a:pPr marL="800100" lvl="1" indent="-342900">
              <a:lnSpc>
                <a:spcPct val="150000"/>
              </a:lnSpc>
              <a:spcAft>
                <a:spcPts val="1000"/>
              </a:spcAft>
              <a:buFont typeface="Arial" panose="020B0604020202020204" pitchFamily="34" charset="0"/>
              <a:buChar char="•"/>
            </a:pPr>
            <a:r>
              <a:rPr lang="en-US" b="1" dirty="0"/>
              <a:t>Example: </a:t>
            </a:r>
            <a:r>
              <a:rPr lang="en-US" dirty="0" err="1"/>
              <a:t>restroom_with_capacity.c</a:t>
            </a:r>
            <a:endParaRPr lang="en-US" dirty="0"/>
          </a:p>
          <a:p>
            <a:pPr marL="800100" lvl="1" indent="-342900">
              <a:spcAft>
                <a:spcPts val="1000"/>
              </a:spcAft>
              <a:buFont typeface="Arial" panose="020B0604020202020204" pitchFamily="34" charset="0"/>
              <a:buChar char="•"/>
            </a:pPr>
            <a:endParaRPr lang="en-US" sz="1600"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4">
            <a:alphaModFix/>
          </a:blip>
          <a:stretch>
            <a:fillRect/>
          </a:stretch>
        </p:blipFill>
        <p:spPr>
          <a:xfrm>
            <a:off x="3511244" y="91440"/>
            <a:ext cx="2121513" cy="274320"/>
          </a:xfrm>
          <a:prstGeom prst="rect">
            <a:avLst/>
          </a:prstGeom>
        </p:spPr>
      </p:pic>
      <p:pic>
        <p:nvPicPr>
          <p:cNvPr id="2050" name="Picture 2" descr="All Gender Restroom Signs - Optional Wheelchair or Baby Changing Symbols | All  gender restroom, Bathroom signs, Unisex bathroom sign">
            <a:extLst>
              <a:ext uri="{FF2B5EF4-FFF2-40B4-BE49-F238E27FC236}">
                <a16:creationId xmlns:a16="http://schemas.microsoft.com/office/drawing/2014/main" id="{74EE643A-5C4C-4C49-8058-7AA0D853CC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8678" y="1153160"/>
            <a:ext cx="1326756" cy="1823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0334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8407500" y="43934"/>
            <a:ext cx="615874" cy="369332"/>
          </a:xfrm>
          <a:prstGeom prst="rect">
            <a:avLst/>
          </a:prstGeom>
          <a:noFill/>
        </p:spPr>
        <p:txBody>
          <a:bodyPr wrap="none" rtlCol="0">
            <a:spAutoFit/>
          </a:bodyPr>
          <a:lstStyle/>
          <a:p>
            <a:pPr algn="r"/>
            <a:r>
              <a:rPr lang="en-US" b="1" dirty="0"/>
              <a:t>KNN</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108817"/>
          </a:xfrm>
          <a:prstGeom prst="rect">
            <a:avLst/>
          </a:prstGeom>
          <a:noFill/>
        </p:spPr>
        <p:txBody>
          <a:bodyPr wrap="square" lIns="457200" tIns="182880" rIns="457200" bIns="0" rtlCol="0">
            <a:spAutoFit/>
          </a:bodyPr>
          <a:lstStyle/>
          <a:p>
            <a:pPr>
              <a:spcAft>
                <a:spcPts val="1000"/>
              </a:spcAft>
            </a:pPr>
            <a:r>
              <a:rPr lang="en-US" dirty="0"/>
              <a:t>The K-Nearest Neighbor classifier</a:t>
            </a:r>
          </a:p>
          <a:p>
            <a:pPr marL="800100" lvl="1" indent="-342900">
              <a:spcAft>
                <a:spcPts val="1000"/>
              </a:spcAft>
              <a:buFont typeface="Arial" panose="020B0604020202020204" pitchFamily="34" charset="0"/>
              <a:buChar char="•"/>
            </a:pPr>
            <a:r>
              <a:rPr lang="en-US" dirty="0"/>
              <a:t>Classifies a data instance based on the majority vote of the k-nearest neighbors</a:t>
            </a:r>
          </a:p>
          <a:p>
            <a:pPr marL="800100" lvl="1" indent="-342900">
              <a:spcAft>
                <a:spcPts val="1000"/>
              </a:spcAft>
              <a:buFont typeface="Arial" panose="020B0604020202020204" pitchFamily="34" charset="0"/>
              <a:buChar char="•"/>
            </a:pPr>
            <a:r>
              <a:rPr lang="en-US" dirty="0"/>
              <a:t>For every test instance need to calculate the distance to every train instance</a:t>
            </a:r>
          </a:p>
          <a:p>
            <a:pPr marL="800100" lvl="1" indent="-342900">
              <a:spcAft>
                <a:spcPts val="1000"/>
              </a:spcAft>
              <a:buFont typeface="Arial" panose="020B0604020202020204" pitchFamily="34" charset="0"/>
              <a:buChar char="•"/>
            </a:pPr>
            <a:r>
              <a:rPr lang="en-US" dirty="0"/>
              <a:t>Computational complexity O(</a:t>
            </a:r>
            <a:r>
              <a:rPr lang="en-US" dirty="0" err="1"/>
              <a:t>num_test</a:t>
            </a:r>
            <a:r>
              <a:rPr lang="en-US" dirty="0"/>
              <a:t> x </a:t>
            </a:r>
            <a:r>
              <a:rPr lang="en-US" dirty="0" err="1"/>
              <a:t>num_train</a:t>
            </a:r>
            <a:r>
              <a:rPr lang="en-US" dirty="0"/>
              <a:t> x </a:t>
            </a:r>
            <a:r>
              <a:rPr lang="en-US" dirty="0" err="1"/>
              <a:t>num_features</a:t>
            </a:r>
            <a:r>
              <a:rPr lang="en-US" dirty="0"/>
              <a:t>)</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r>
              <a:rPr lang="en-US" dirty="0"/>
              <a:t>Run the KNN code provided in Assignment 1</a:t>
            </a:r>
          </a:p>
          <a:p>
            <a:pPr marL="800100" lvl="1" indent="-342900">
              <a:spcAft>
                <a:spcPts val="1000"/>
              </a:spcAft>
              <a:buFont typeface="Arial" panose="020B0604020202020204" pitchFamily="34" charset="0"/>
              <a:buChar char="•"/>
            </a:pPr>
            <a:r>
              <a:rPr lang="en-US" dirty="0"/>
              <a:t>Compare runtimes in maple and </a:t>
            </a:r>
            <a:r>
              <a:rPr lang="en-US" dirty="0" err="1"/>
              <a:t>athena</a:t>
            </a:r>
            <a:endParaRPr lang="en-US" dirty="0"/>
          </a:p>
          <a:p>
            <a:pPr marL="800100" lvl="1" indent="-342900">
              <a:spcAft>
                <a:spcPts val="1000"/>
              </a:spcAft>
              <a:buFont typeface="Arial" panose="020B0604020202020204" pitchFamily="34" charset="0"/>
              <a:buChar char="•"/>
            </a:pPr>
            <a:r>
              <a:rPr lang="en-US" dirty="0"/>
              <a:t>Approaches to parallelize and speed up the code?</a:t>
            </a:r>
          </a:p>
          <a:p>
            <a:pPr marL="1257300" lvl="2" indent="-342900">
              <a:spcAft>
                <a:spcPts val="1000"/>
              </a:spcAft>
              <a:buFont typeface="Arial" panose="020B0604020202020204" pitchFamily="34" charset="0"/>
              <a:buChar char="•"/>
            </a:pPr>
            <a:r>
              <a:rPr lang="en-US" dirty="0"/>
              <a:t>Assignment 1: threads, OpenMP, MPI</a:t>
            </a:r>
          </a:p>
          <a:p>
            <a:pPr marL="1257300" lvl="2" indent="-342900">
              <a:spcAft>
                <a:spcPts val="1000"/>
              </a:spcAft>
              <a:buFont typeface="Arial" panose="020B0604020202020204" pitchFamily="34" charset="0"/>
              <a:buChar char="•"/>
            </a:pPr>
            <a:r>
              <a:rPr lang="en-US" dirty="0"/>
              <a:t>Assignment 2: CUDA on </a:t>
            </a:r>
            <a:r>
              <a:rPr lang="en-US"/>
              <a:t>the GPU</a:t>
            </a: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6" name="Graphic 5">
            <a:extLst>
              <a:ext uri="{FF2B5EF4-FFF2-40B4-BE49-F238E27FC236}">
                <a16:creationId xmlns:a16="http://schemas.microsoft.com/office/drawing/2014/main" id="{B925319D-3362-45DC-B0A3-0F8105B4E5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34331" y="2616351"/>
            <a:ext cx="1927137" cy="1739597"/>
          </a:xfrm>
          <a:prstGeom prst="rect">
            <a:avLst/>
          </a:prstGeom>
        </p:spPr>
      </p:pic>
      <p:sp>
        <p:nvSpPr>
          <p:cNvPr id="26" name="TextBox 25">
            <a:extLst>
              <a:ext uri="{FF2B5EF4-FFF2-40B4-BE49-F238E27FC236}">
                <a16:creationId xmlns:a16="http://schemas.microsoft.com/office/drawing/2014/main" id="{0D7C7211-79C7-4B38-A8D5-B78335F45E2D}"/>
              </a:ext>
            </a:extLst>
          </p:cNvPr>
          <p:cNvSpPr txBox="1"/>
          <p:nvPr/>
        </p:nvSpPr>
        <p:spPr>
          <a:xfrm>
            <a:off x="6673950" y="2571750"/>
            <a:ext cx="2247900" cy="1828800"/>
          </a:xfrm>
          <a:prstGeom prst="rect">
            <a:avLst/>
          </a:prstGeom>
          <a:noFill/>
          <a:ln>
            <a:solidFill>
              <a:schemeClr val="tx1"/>
            </a:solidFill>
          </a:ln>
        </p:spPr>
        <p:txBody>
          <a:bodyPr wrap="square" rtlCol="0">
            <a:spAutoFit/>
          </a:bodyPr>
          <a:lstStyle/>
          <a:p>
            <a:endParaRPr lang="en-US" dirty="0"/>
          </a:p>
        </p:txBody>
      </p:sp>
    </p:spTree>
    <p:extLst>
      <p:ext uri="{BB962C8B-B14F-4D97-AF65-F5344CB8AC3E}">
        <p14:creationId xmlns:p14="http://schemas.microsoft.com/office/powerpoint/2010/main" val="427142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9DBAF1C2-9FB6-4290-AD3E-99D6A931443F}"/>
              </a:ext>
            </a:extLst>
          </p:cNvPr>
          <p:cNvSpPr>
            <a:spLocks noGrp="1"/>
          </p:cNvSpPr>
          <p:nvPr>
            <p:ph type="ctrTitle"/>
          </p:nvPr>
        </p:nvSpPr>
        <p:spPr>
          <a:xfrm>
            <a:off x="2880360" y="418794"/>
            <a:ext cx="5577840" cy="1554479"/>
          </a:xfrm>
        </p:spPr>
        <p:txBody>
          <a:bodyPr/>
          <a:lstStyle/>
          <a:p>
            <a:r>
              <a:rPr lang="en-US" altLang="en-US" dirty="0">
                <a:solidFill>
                  <a:schemeClr val="bg1"/>
                </a:solidFill>
              </a:rPr>
              <a:t>CMSC 603</a:t>
            </a:r>
            <a:br>
              <a:rPr lang="en-US" altLang="en-US" dirty="0">
                <a:solidFill>
                  <a:schemeClr val="bg1"/>
                </a:solidFill>
              </a:rPr>
            </a:br>
            <a:r>
              <a:rPr lang="en-US" altLang="en-US" dirty="0">
                <a:solidFill>
                  <a:schemeClr val="bg1"/>
                </a:solidFill>
              </a:rPr>
              <a:t>High-Performance Distributed Systems</a:t>
            </a:r>
          </a:p>
        </p:txBody>
      </p:sp>
      <p:sp>
        <p:nvSpPr>
          <p:cNvPr id="3" name="Subtitle 2">
            <a:extLst>
              <a:ext uri="{FF2B5EF4-FFF2-40B4-BE49-F238E27FC236}">
                <a16:creationId xmlns:a16="http://schemas.microsoft.com/office/drawing/2014/main" id="{192CDDD7-DDB7-43AE-BECD-19516B258AB9}"/>
              </a:ext>
            </a:extLst>
          </p:cNvPr>
          <p:cNvSpPr>
            <a:spLocks noGrp="1"/>
          </p:cNvSpPr>
          <p:nvPr>
            <p:ph type="subTitle" idx="1"/>
          </p:nvPr>
        </p:nvSpPr>
        <p:spPr>
          <a:xfrm>
            <a:off x="3223260" y="2398088"/>
            <a:ext cx="4892040" cy="727710"/>
          </a:xfrm>
        </p:spPr>
        <p:txBody>
          <a:bodyPr rtlCol="0">
            <a:normAutofit/>
          </a:bodyPr>
          <a:lstStyle/>
          <a:p>
            <a:pPr fontAlgn="auto">
              <a:spcAft>
                <a:spcPts val="0"/>
              </a:spcAft>
              <a:defRPr/>
            </a:pPr>
            <a:r>
              <a:rPr lang="en-US" dirty="0">
                <a:solidFill>
                  <a:schemeClr val="bg1"/>
                </a:solidFill>
                <a:latin typeface="+mj-lt"/>
                <a:ea typeface="+mn-ea"/>
              </a:rPr>
              <a:t>Concurrency and parallelism</a:t>
            </a:r>
          </a:p>
        </p:txBody>
      </p:sp>
      <p:sp>
        <p:nvSpPr>
          <p:cNvPr id="2" name="TextBox 1">
            <a:extLst>
              <a:ext uri="{FF2B5EF4-FFF2-40B4-BE49-F238E27FC236}">
                <a16:creationId xmlns:a16="http://schemas.microsoft.com/office/drawing/2014/main" id="{0D1FECE5-4D6B-49DE-9441-EFA9D6C573F0}"/>
              </a:ext>
            </a:extLst>
          </p:cNvPr>
          <p:cNvSpPr txBox="1"/>
          <p:nvPr/>
        </p:nvSpPr>
        <p:spPr>
          <a:xfrm>
            <a:off x="4783204" y="3468349"/>
            <a:ext cx="4019818" cy="1446550"/>
          </a:xfrm>
          <a:prstGeom prst="rect">
            <a:avLst/>
          </a:prstGeom>
          <a:noFill/>
        </p:spPr>
        <p:txBody>
          <a:bodyPr wrap="none" rtlCol="0">
            <a:spAutoFit/>
          </a:bodyPr>
          <a:lstStyle/>
          <a:p>
            <a:pPr algn="ctr"/>
            <a:r>
              <a:rPr lang="en-US" sz="2200" dirty="0">
                <a:solidFill>
                  <a:schemeClr val="bg1"/>
                </a:solidFill>
              </a:rPr>
              <a:t>Dr. Preetam Ghosh</a:t>
            </a:r>
          </a:p>
          <a:p>
            <a:pPr algn="ctr"/>
            <a:r>
              <a:rPr lang="en-US" sz="2200" dirty="0">
                <a:solidFill>
                  <a:schemeClr val="bg1"/>
                </a:solidFill>
              </a:rPr>
              <a:t>Professor</a:t>
            </a:r>
          </a:p>
          <a:p>
            <a:pPr algn="ctr"/>
            <a:r>
              <a:rPr lang="en-US" sz="2200" dirty="0">
                <a:solidFill>
                  <a:schemeClr val="bg1"/>
                </a:solidFill>
              </a:rPr>
              <a:t>Department of Computer Science</a:t>
            </a:r>
          </a:p>
          <a:p>
            <a:pPr algn="ctr"/>
            <a:r>
              <a:rPr lang="en-US" sz="2200" dirty="0">
                <a:solidFill>
                  <a:schemeClr val="bg1"/>
                </a:solidFill>
              </a:rPr>
              <a:t>pghosh@vcu.edu</a:t>
            </a:r>
          </a:p>
        </p:txBody>
      </p:sp>
    </p:spTree>
    <p:extLst>
      <p:ext uri="{BB962C8B-B14F-4D97-AF65-F5344CB8AC3E}">
        <p14:creationId xmlns:p14="http://schemas.microsoft.com/office/powerpoint/2010/main" val="3347292253"/>
      </p:ext>
    </p:extLst>
  </p:cSld>
  <p:clrMapOvr>
    <a:masterClrMapping/>
  </p:clrMapOvr>
</p:sld>
</file>

<file path=ppt/theme/theme1.xml><?xml version="1.0" encoding="utf-8"?>
<a:theme xmlns:a="http://schemas.openxmlformats.org/drawingml/2006/main" name="VCU Egr Gold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CU Egr Grey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VCU Egr Gold Angle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VCU Egr Grey Angle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2132</TotalTime>
  <Words>1610</Words>
  <Application>Microsoft Office PowerPoint</Application>
  <PresentationFormat>On-screen Show (16:9)</PresentationFormat>
  <Paragraphs>275</Paragraphs>
  <Slides>19</Slides>
  <Notes>17</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19</vt:i4>
      </vt:variant>
    </vt:vector>
  </HeadingPairs>
  <TitlesOfParts>
    <vt:vector size="26" baseType="lpstr">
      <vt:lpstr>Arial</vt:lpstr>
      <vt:lpstr>Calibri</vt:lpstr>
      <vt:lpstr>Courier New</vt:lpstr>
      <vt:lpstr>VCU Egr Gold </vt:lpstr>
      <vt:lpstr>VCU Egr Grey </vt:lpstr>
      <vt:lpstr>VCU Egr Gold Angle </vt:lpstr>
      <vt:lpstr>VCU Egr Grey Angle </vt:lpstr>
      <vt:lpstr>CMSC 603 High-Performance Distributed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CMSC 603 High-Performance Distributed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603</dc:title>
  <dc:creator>Alberto Cano</dc:creator>
  <cp:lastModifiedBy>Preetam Ghosh</cp:lastModifiedBy>
  <cp:revision>251</cp:revision>
  <dcterms:created xsi:type="dcterms:W3CDTF">2016-04-01T17:42:41Z</dcterms:created>
  <dcterms:modified xsi:type="dcterms:W3CDTF">2026-08-31T16:15:45Z</dcterms:modified>
</cp:coreProperties>
</file>