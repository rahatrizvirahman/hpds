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86" r:id="rId2"/>
    <p:sldMasterId id="2147483672" r:id="rId3"/>
    <p:sldMasterId id="2147483688" r:id="rId4"/>
  </p:sldMasterIdLst>
  <p:notesMasterIdLst>
    <p:notesMasterId r:id="rId24"/>
  </p:notesMasterIdLst>
  <p:sldIdLst>
    <p:sldId id="258"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70" r:id="rId23"/>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2C2D"/>
    <a:srgbClr val="000000"/>
    <a:srgbClr val="F0F0F0"/>
    <a:srgbClr val="E2E2E2"/>
    <a:srgbClr val="FEBE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52" autoAdjust="0"/>
    <p:restoredTop sz="95878" autoAdjust="0"/>
  </p:normalViewPr>
  <p:slideViewPr>
    <p:cSldViewPr snapToGrid="0" snapToObjects="1">
      <p:cViewPr varScale="1">
        <p:scale>
          <a:sx n="141" d="100"/>
          <a:sy n="141" d="100"/>
        </p:scale>
        <p:origin x="930" y="10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D0B49E-D587-4D05-9A27-3AEC5171794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29A050D4-E039-465F-B72C-CC8A7311291F}"/>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0B6880E2-0A2B-40C6-A465-19E434308345}" type="datetimeFigureOut">
              <a:rPr lang="en-US" altLang="en-US"/>
              <a:pPr/>
              <a:t>9/3/2025</a:t>
            </a:fld>
            <a:endParaRPr lang="en-US" altLang="en-US"/>
          </a:p>
        </p:txBody>
      </p:sp>
      <p:sp>
        <p:nvSpPr>
          <p:cNvPr id="4" name="Slide Image Placeholder 3">
            <a:extLst>
              <a:ext uri="{FF2B5EF4-FFF2-40B4-BE49-F238E27FC236}">
                <a16:creationId xmlns:a16="http://schemas.microsoft.com/office/drawing/2014/main" id="{C262D0BC-2A47-4A32-B613-836DCCE55E6A}"/>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7E6856CD-48CD-4489-9149-0CA79815BDAD}"/>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91952676-18C4-4D23-A85D-54CD22CC0E1F}"/>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41DAF1E0-10D3-45CC-9D1A-9C40A314A57F}"/>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D0AC947F-BBC7-4FDB-A6DB-1EC6A7310C3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2</a:t>
            </a:fld>
            <a:endParaRPr lang="en-US" altLang="en-US"/>
          </a:p>
        </p:txBody>
      </p:sp>
    </p:spTree>
    <p:extLst>
      <p:ext uri="{BB962C8B-B14F-4D97-AF65-F5344CB8AC3E}">
        <p14:creationId xmlns:p14="http://schemas.microsoft.com/office/powerpoint/2010/main" val="3952104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3</a:t>
            </a:fld>
            <a:endParaRPr lang="en-US" altLang="en-US"/>
          </a:p>
        </p:txBody>
      </p:sp>
    </p:spTree>
    <p:extLst>
      <p:ext uri="{BB962C8B-B14F-4D97-AF65-F5344CB8AC3E}">
        <p14:creationId xmlns:p14="http://schemas.microsoft.com/office/powerpoint/2010/main" val="592624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4</a:t>
            </a:fld>
            <a:endParaRPr lang="en-US" altLang="en-US"/>
          </a:p>
        </p:txBody>
      </p:sp>
    </p:spTree>
    <p:extLst>
      <p:ext uri="{BB962C8B-B14F-4D97-AF65-F5344CB8AC3E}">
        <p14:creationId xmlns:p14="http://schemas.microsoft.com/office/powerpoint/2010/main" val="1172607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5</a:t>
            </a:fld>
            <a:endParaRPr lang="en-US" altLang="en-US"/>
          </a:p>
        </p:txBody>
      </p:sp>
    </p:spTree>
    <p:extLst>
      <p:ext uri="{BB962C8B-B14F-4D97-AF65-F5344CB8AC3E}">
        <p14:creationId xmlns:p14="http://schemas.microsoft.com/office/powerpoint/2010/main" val="4289729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6</a:t>
            </a:fld>
            <a:endParaRPr lang="en-US" altLang="en-US"/>
          </a:p>
        </p:txBody>
      </p:sp>
    </p:spTree>
    <p:extLst>
      <p:ext uri="{BB962C8B-B14F-4D97-AF65-F5344CB8AC3E}">
        <p14:creationId xmlns:p14="http://schemas.microsoft.com/office/powerpoint/2010/main" val="4231181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7</a:t>
            </a:fld>
            <a:endParaRPr lang="en-US" altLang="en-US"/>
          </a:p>
        </p:txBody>
      </p:sp>
    </p:spTree>
    <p:extLst>
      <p:ext uri="{BB962C8B-B14F-4D97-AF65-F5344CB8AC3E}">
        <p14:creationId xmlns:p14="http://schemas.microsoft.com/office/powerpoint/2010/main" val="1028407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8</a:t>
            </a:fld>
            <a:endParaRPr lang="en-US" altLang="en-US"/>
          </a:p>
        </p:txBody>
      </p:sp>
    </p:spTree>
    <p:extLst>
      <p:ext uri="{BB962C8B-B14F-4D97-AF65-F5344CB8AC3E}">
        <p14:creationId xmlns:p14="http://schemas.microsoft.com/office/powerpoint/2010/main" val="3882321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9</a:t>
            </a:fld>
            <a:endParaRPr lang="en-US" altLang="en-US"/>
          </a:p>
        </p:txBody>
      </p:sp>
    </p:spTree>
    <p:extLst>
      <p:ext uri="{BB962C8B-B14F-4D97-AF65-F5344CB8AC3E}">
        <p14:creationId xmlns:p14="http://schemas.microsoft.com/office/powerpoint/2010/main" val="4193314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10</a:t>
            </a:fld>
            <a:endParaRPr lang="en-US" altLang="en-US"/>
          </a:p>
        </p:txBody>
      </p:sp>
    </p:spTree>
    <p:extLst>
      <p:ext uri="{BB962C8B-B14F-4D97-AF65-F5344CB8AC3E}">
        <p14:creationId xmlns:p14="http://schemas.microsoft.com/office/powerpoint/2010/main" val="3904755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11</a:t>
            </a:fld>
            <a:endParaRPr lang="en-US" altLang="en-US"/>
          </a:p>
        </p:txBody>
      </p:sp>
    </p:spTree>
    <p:extLst>
      <p:ext uri="{BB962C8B-B14F-4D97-AF65-F5344CB8AC3E}">
        <p14:creationId xmlns:p14="http://schemas.microsoft.com/office/powerpoint/2010/main" val="688927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12</a:t>
            </a:fld>
            <a:endParaRPr lang="en-US" altLang="en-US"/>
          </a:p>
        </p:txBody>
      </p:sp>
    </p:spTree>
    <p:extLst>
      <p:ext uri="{BB962C8B-B14F-4D97-AF65-F5344CB8AC3E}">
        <p14:creationId xmlns:p14="http://schemas.microsoft.com/office/powerpoint/2010/main" val="1400249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13</a:t>
            </a:fld>
            <a:endParaRPr lang="en-US" altLang="en-US"/>
          </a:p>
        </p:txBody>
      </p:sp>
    </p:spTree>
    <p:extLst>
      <p:ext uri="{BB962C8B-B14F-4D97-AF65-F5344CB8AC3E}">
        <p14:creationId xmlns:p14="http://schemas.microsoft.com/office/powerpoint/2010/main" val="2069441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14</a:t>
            </a:fld>
            <a:endParaRPr lang="en-US" altLang="en-US"/>
          </a:p>
        </p:txBody>
      </p:sp>
    </p:spTree>
    <p:extLst>
      <p:ext uri="{BB962C8B-B14F-4D97-AF65-F5344CB8AC3E}">
        <p14:creationId xmlns:p14="http://schemas.microsoft.com/office/powerpoint/2010/main" val="10390769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15</a:t>
            </a:fld>
            <a:endParaRPr lang="en-US" altLang="en-US"/>
          </a:p>
        </p:txBody>
      </p:sp>
    </p:spTree>
    <p:extLst>
      <p:ext uri="{BB962C8B-B14F-4D97-AF65-F5344CB8AC3E}">
        <p14:creationId xmlns:p14="http://schemas.microsoft.com/office/powerpoint/2010/main" val="7417558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16</a:t>
            </a:fld>
            <a:endParaRPr lang="en-US" altLang="en-US"/>
          </a:p>
        </p:txBody>
      </p:sp>
    </p:spTree>
    <p:extLst>
      <p:ext uri="{BB962C8B-B14F-4D97-AF65-F5344CB8AC3E}">
        <p14:creationId xmlns:p14="http://schemas.microsoft.com/office/powerpoint/2010/main" val="1542652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17</a:t>
            </a:fld>
            <a:endParaRPr lang="en-US" altLang="en-US"/>
          </a:p>
        </p:txBody>
      </p:sp>
    </p:spTree>
    <p:extLst>
      <p:ext uri="{BB962C8B-B14F-4D97-AF65-F5344CB8AC3E}">
        <p14:creationId xmlns:p14="http://schemas.microsoft.com/office/powerpoint/2010/main" val="40502404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AC947F-BBC7-4FDB-A6DB-1EC6A7310C3B}" type="slidenum">
              <a:rPr lang="en-US" altLang="en-US" smtClean="0"/>
              <a:pPr/>
              <a:t>18</a:t>
            </a:fld>
            <a:endParaRPr lang="en-US" altLang="en-US"/>
          </a:p>
        </p:txBody>
      </p:sp>
    </p:spTree>
    <p:extLst>
      <p:ext uri="{BB962C8B-B14F-4D97-AF65-F5344CB8AC3E}">
        <p14:creationId xmlns:p14="http://schemas.microsoft.com/office/powerpoint/2010/main" val="3491432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EC60B012-42FE-4328-9FB6-F8C4D01A1CBA}"/>
              </a:ext>
            </a:extLst>
          </p:cNvPr>
          <p:cNvSpPr>
            <a:spLocks noGrp="1"/>
          </p:cNvSpPr>
          <p:nvPr>
            <p:ph type="dt" sz="half" idx="10"/>
          </p:nvPr>
        </p:nvSpPr>
        <p:spPr/>
        <p:txBody>
          <a:bodyPr/>
          <a:lstStyle>
            <a:lvl1pPr>
              <a:defRPr/>
            </a:lvl1pPr>
          </a:lstStyle>
          <a:p>
            <a:fld id="{7992C0B0-3253-496F-8124-7E81195BA64D}"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8E6EBDA0-2D55-463E-A486-744B238EF77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5727C8F-357F-462A-82A0-4765AF4F8E85}"/>
              </a:ext>
            </a:extLst>
          </p:cNvPr>
          <p:cNvSpPr>
            <a:spLocks noGrp="1"/>
          </p:cNvSpPr>
          <p:nvPr>
            <p:ph type="sldNum" sz="quarter" idx="12"/>
          </p:nvPr>
        </p:nvSpPr>
        <p:spPr/>
        <p:txBody>
          <a:bodyPr/>
          <a:lstStyle>
            <a:lvl1pPr>
              <a:defRPr/>
            </a:lvl1pPr>
          </a:lstStyle>
          <a:p>
            <a:fld id="{7233D8A8-F2D3-44C8-AF5B-B8299F74FD34}" type="slidenum">
              <a:rPr lang="en-US" altLang="en-US"/>
              <a:pPr/>
              <a:t>‹#›</a:t>
            </a:fld>
            <a:endParaRPr lang="en-US" altLang="en-US"/>
          </a:p>
        </p:txBody>
      </p:sp>
    </p:spTree>
    <p:extLst>
      <p:ext uri="{BB962C8B-B14F-4D97-AF65-F5344CB8AC3E}">
        <p14:creationId xmlns:p14="http://schemas.microsoft.com/office/powerpoint/2010/main" val="3022840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30E475F7-4137-429F-9827-C9A764B91E91}"/>
              </a:ext>
            </a:extLst>
          </p:cNvPr>
          <p:cNvSpPr>
            <a:spLocks noGrp="1"/>
          </p:cNvSpPr>
          <p:nvPr>
            <p:ph type="dt" sz="half" idx="10"/>
          </p:nvPr>
        </p:nvSpPr>
        <p:spPr/>
        <p:txBody>
          <a:bodyPr/>
          <a:lstStyle>
            <a:lvl1pPr>
              <a:defRPr/>
            </a:lvl1pPr>
          </a:lstStyle>
          <a:p>
            <a:fld id="{F72CCDD4-4AB9-4E77-8FAC-13CF81C47959}"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9004FEA6-E86D-49B8-B6AA-F5444889D1E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D139C33-77E9-4C5F-987D-92C7DC231ACD}"/>
              </a:ext>
            </a:extLst>
          </p:cNvPr>
          <p:cNvSpPr>
            <a:spLocks noGrp="1"/>
          </p:cNvSpPr>
          <p:nvPr>
            <p:ph type="sldNum" sz="quarter" idx="12"/>
          </p:nvPr>
        </p:nvSpPr>
        <p:spPr/>
        <p:txBody>
          <a:bodyPr/>
          <a:lstStyle>
            <a:lvl1pPr>
              <a:defRPr/>
            </a:lvl1pPr>
          </a:lstStyle>
          <a:p>
            <a:fld id="{0B014F7D-FE77-4C35-B12B-B3A0E48DC789}" type="slidenum">
              <a:rPr lang="en-US" altLang="en-US"/>
              <a:pPr/>
              <a:t>‹#›</a:t>
            </a:fld>
            <a:endParaRPr lang="en-US" altLang="en-US"/>
          </a:p>
        </p:txBody>
      </p:sp>
    </p:spTree>
    <p:extLst>
      <p:ext uri="{BB962C8B-B14F-4D97-AF65-F5344CB8AC3E}">
        <p14:creationId xmlns:p14="http://schemas.microsoft.com/office/powerpoint/2010/main" val="2049725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C9E6781B-BAA1-4CB9-8D16-CF2475C8DAE0}"/>
              </a:ext>
            </a:extLst>
          </p:cNvPr>
          <p:cNvSpPr>
            <a:spLocks noGrp="1"/>
          </p:cNvSpPr>
          <p:nvPr>
            <p:ph type="dt" sz="half" idx="10"/>
          </p:nvPr>
        </p:nvSpPr>
        <p:spPr/>
        <p:txBody>
          <a:bodyPr/>
          <a:lstStyle>
            <a:lvl1pPr>
              <a:defRPr/>
            </a:lvl1pPr>
          </a:lstStyle>
          <a:p>
            <a:fld id="{7949351B-3F09-4C7F-8A50-E94F71321DC9}"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80EAFE42-633F-4814-8643-0BF0D5F2CC5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059F8D0-2E51-48B8-9B98-AC0257EDDBF1}"/>
              </a:ext>
            </a:extLst>
          </p:cNvPr>
          <p:cNvSpPr>
            <a:spLocks noGrp="1"/>
          </p:cNvSpPr>
          <p:nvPr>
            <p:ph type="sldNum" sz="quarter" idx="12"/>
          </p:nvPr>
        </p:nvSpPr>
        <p:spPr/>
        <p:txBody>
          <a:bodyPr/>
          <a:lstStyle>
            <a:lvl1pPr>
              <a:defRPr/>
            </a:lvl1pPr>
          </a:lstStyle>
          <a:p>
            <a:fld id="{8652EDC3-3130-4817-B015-0A31BE8CD6B6}" type="slidenum">
              <a:rPr lang="en-US" altLang="en-US"/>
              <a:pPr/>
              <a:t>‹#›</a:t>
            </a:fld>
            <a:endParaRPr lang="en-US" altLang="en-US"/>
          </a:p>
        </p:txBody>
      </p:sp>
    </p:spTree>
    <p:extLst>
      <p:ext uri="{BB962C8B-B14F-4D97-AF65-F5344CB8AC3E}">
        <p14:creationId xmlns:p14="http://schemas.microsoft.com/office/powerpoint/2010/main" val="3743753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DBAFDC-910F-42F5-9888-172B18A79588}"/>
              </a:ext>
            </a:extLst>
          </p:cNvPr>
          <p:cNvSpPr>
            <a:spLocks noGrp="1"/>
          </p:cNvSpPr>
          <p:nvPr>
            <p:ph type="dt" sz="half" idx="10"/>
          </p:nvPr>
        </p:nvSpPr>
        <p:spPr/>
        <p:txBody>
          <a:bodyPr/>
          <a:lstStyle>
            <a:lvl1pPr>
              <a:defRPr/>
            </a:lvl1pPr>
          </a:lstStyle>
          <a:p>
            <a:fld id="{75E8ED03-BED0-4F3E-BD78-34BBCB33A5F6}"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3B9F34F3-1B3F-442D-9AA3-3379F16FD63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A02C771-AE13-417D-9EFD-DAB959F76120}"/>
              </a:ext>
            </a:extLst>
          </p:cNvPr>
          <p:cNvSpPr>
            <a:spLocks noGrp="1"/>
          </p:cNvSpPr>
          <p:nvPr>
            <p:ph type="sldNum" sz="quarter" idx="12"/>
          </p:nvPr>
        </p:nvSpPr>
        <p:spPr/>
        <p:txBody>
          <a:bodyPr/>
          <a:lstStyle>
            <a:lvl1pPr>
              <a:defRPr/>
            </a:lvl1pPr>
          </a:lstStyle>
          <a:p>
            <a:fld id="{A7822747-9FE7-4527-94B2-BB16637BC07A}" type="slidenum">
              <a:rPr lang="en-US" altLang="en-US"/>
              <a:pPr/>
              <a:t>‹#›</a:t>
            </a:fld>
            <a:endParaRPr lang="en-US" altLang="en-US"/>
          </a:p>
        </p:txBody>
      </p:sp>
    </p:spTree>
    <p:extLst>
      <p:ext uri="{BB962C8B-B14F-4D97-AF65-F5344CB8AC3E}">
        <p14:creationId xmlns:p14="http://schemas.microsoft.com/office/powerpoint/2010/main" val="3608136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5"/>
            <a:ext cx="7772400" cy="102235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5CB8DD-A668-411E-B28D-94B8DB44E603}"/>
              </a:ext>
            </a:extLst>
          </p:cNvPr>
          <p:cNvSpPr>
            <a:spLocks noGrp="1"/>
          </p:cNvSpPr>
          <p:nvPr>
            <p:ph type="dt" sz="half" idx="10"/>
          </p:nvPr>
        </p:nvSpPr>
        <p:spPr/>
        <p:txBody>
          <a:bodyPr/>
          <a:lstStyle>
            <a:lvl1pPr>
              <a:defRPr/>
            </a:lvl1pPr>
          </a:lstStyle>
          <a:p>
            <a:fld id="{4163B8E6-B207-4E3D-98FD-4DC247BD3AAA}"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24CABEA2-2235-4C9E-AD6D-7150DAA4D3D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F62034D-C826-4DEF-8102-1CAB1D99C8F3}"/>
              </a:ext>
            </a:extLst>
          </p:cNvPr>
          <p:cNvSpPr>
            <a:spLocks noGrp="1"/>
          </p:cNvSpPr>
          <p:nvPr>
            <p:ph type="sldNum" sz="quarter" idx="12"/>
          </p:nvPr>
        </p:nvSpPr>
        <p:spPr/>
        <p:txBody>
          <a:bodyPr/>
          <a:lstStyle>
            <a:lvl1pPr>
              <a:defRPr/>
            </a:lvl1pPr>
          </a:lstStyle>
          <a:p>
            <a:fld id="{D2026927-2716-4099-924D-7679E7DDB146}" type="slidenum">
              <a:rPr lang="en-US" altLang="en-US"/>
              <a:pPr/>
              <a:t>‹#›</a:t>
            </a:fld>
            <a:endParaRPr lang="en-US" altLang="en-US"/>
          </a:p>
        </p:txBody>
      </p:sp>
    </p:spTree>
    <p:extLst>
      <p:ext uri="{BB962C8B-B14F-4D97-AF65-F5344CB8AC3E}">
        <p14:creationId xmlns:p14="http://schemas.microsoft.com/office/powerpoint/2010/main" val="3985061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631FA01-E2BB-45BC-A717-4D5CF78359ED}"/>
              </a:ext>
            </a:extLst>
          </p:cNvPr>
          <p:cNvSpPr>
            <a:spLocks noGrp="1"/>
          </p:cNvSpPr>
          <p:nvPr>
            <p:ph type="dt" sz="half" idx="10"/>
          </p:nvPr>
        </p:nvSpPr>
        <p:spPr/>
        <p:txBody>
          <a:bodyPr/>
          <a:lstStyle>
            <a:lvl1pPr>
              <a:defRPr/>
            </a:lvl1pPr>
          </a:lstStyle>
          <a:p>
            <a:fld id="{ACC482DA-2221-4B41-9A3B-2975C7CF4382}" type="datetimeFigureOut">
              <a:rPr lang="en-US" altLang="en-US"/>
              <a:pPr/>
              <a:t>9/3/2025</a:t>
            </a:fld>
            <a:endParaRPr lang="en-US" altLang="en-US"/>
          </a:p>
        </p:txBody>
      </p:sp>
      <p:sp>
        <p:nvSpPr>
          <p:cNvPr id="6" name="Footer Placeholder 4">
            <a:extLst>
              <a:ext uri="{FF2B5EF4-FFF2-40B4-BE49-F238E27FC236}">
                <a16:creationId xmlns:a16="http://schemas.microsoft.com/office/drawing/2014/main" id="{0C32F0D1-80F9-4F76-ABBF-BA02A9306E0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45B83B4-F39C-4CD9-AAF4-FFB7A8C1B601}"/>
              </a:ext>
            </a:extLst>
          </p:cNvPr>
          <p:cNvSpPr>
            <a:spLocks noGrp="1"/>
          </p:cNvSpPr>
          <p:nvPr>
            <p:ph type="sldNum" sz="quarter" idx="12"/>
          </p:nvPr>
        </p:nvSpPr>
        <p:spPr/>
        <p:txBody>
          <a:bodyPr/>
          <a:lstStyle>
            <a:lvl1pPr>
              <a:defRPr/>
            </a:lvl1pPr>
          </a:lstStyle>
          <a:p>
            <a:fld id="{FEF9B07D-761B-4C4F-BE77-161609DB59F0}" type="slidenum">
              <a:rPr lang="en-US" altLang="en-US"/>
              <a:pPr/>
              <a:t>‹#›</a:t>
            </a:fld>
            <a:endParaRPr lang="en-US" altLang="en-US"/>
          </a:p>
        </p:txBody>
      </p:sp>
    </p:spTree>
    <p:extLst>
      <p:ext uri="{BB962C8B-B14F-4D97-AF65-F5344CB8AC3E}">
        <p14:creationId xmlns:p14="http://schemas.microsoft.com/office/powerpoint/2010/main" val="3436659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0FF6EF5-BAE3-4020-932B-F6D5EC75FB8E}"/>
              </a:ext>
            </a:extLst>
          </p:cNvPr>
          <p:cNvSpPr>
            <a:spLocks noGrp="1"/>
          </p:cNvSpPr>
          <p:nvPr>
            <p:ph type="dt" sz="half" idx="10"/>
          </p:nvPr>
        </p:nvSpPr>
        <p:spPr/>
        <p:txBody>
          <a:bodyPr/>
          <a:lstStyle>
            <a:lvl1pPr>
              <a:defRPr/>
            </a:lvl1pPr>
          </a:lstStyle>
          <a:p>
            <a:fld id="{CEF7CE34-7A3A-4549-9860-485C21484BFD}" type="datetimeFigureOut">
              <a:rPr lang="en-US" altLang="en-US"/>
              <a:pPr/>
              <a:t>9/3/2025</a:t>
            </a:fld>
            <a:endParaRPr lang="en-US" altLang="en-US"/>
          </a:p>
        </p:txBody>
      </p:sp>
      <p:sp>
        <p:nvSpPr>
          <p:cNvPr id="8" name="Footer Placeholder 4">
            <a:extLst>
              <a:ext uri="{FF2B5EF4-FFF2-40B4-BE49-F238E27FC236}">
                <a16:creationId xmlns:a16="http://schemas.microsoft.com/office/drawing/2014/main" id="{CB85126A-A74C-4FBC-9D7D-A4D5763C4EA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B91D82D7-2B8A-466F-BB4E-9810EFA59CE5}"/>
              </a:ext>
            </a:extLst>
          </p:cNvPr>
          <p:cNvSpPr>
            <a:spLocks noGrp="1"/>
          </p:cNvSpPr>
          <p:nvPr>
            <p:ph type="sldNum" sz="quarter" idx="12"/>
          </p:nvPr>
        </p:nvSpPr>
        <p:spPr/>
        <p:txBody>
          <a:bodyPr/>
          <a:lstStyle>
            <a:lvl1pPr>
              <a:defRPr/>
            </a:lvl1pPr>
          </a:lstStyle>
          <a:p>
            <a:fld id="{556C3E10-9CF0-4AD2-AABB-7D669AAF3746}" type="slidenum">
              <a:rPr lang="en-US" altLang="en-US"/>
              <a:pPr/>
              <a:t>‹#›</a:t>
            </a:fld>
            <a:endParaRPr lang="en-US" altLang="en-US"/>
          </a:p>
        </p:txBody>
      </p:sp>
    </p:spTree>
    <p:extLst>
      <p:ext uri="{BB962C8B-B14F-4D97-AF65-F5344CB8AC3E}">
        <p14:creationId xmlns:p14="http://schemas.microsoft.com/office/powerpoint/2010/main" val="4224101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5DF8B361-5F7C-4DFA-BFF9-C202F5FDD760}"/>
              </a:ext>
            </a:extLst>
          </p:cNvPr>
          <p:cNvSpPr>
            <a:spLocks noGrp="1"/>
          </p:cNvSpPr>
          <p:nvPr>
            <p:ph type="dt" sz="half" idx="10"/>
          </p:nvPr>
        </p:nvSpPr>
        <p:spPr/>
        <p:txBody>
          <a:bodyPr/>
          <a:lstStyle>
            <a:lvl1pPr>
              <a:defRPr/>
            </a:lvl1pPr>
          </a:lstStyle>
          <a:p>
            <a:fld id="{A30D67D1-57DC-4F9D-BAA3-85BE1639ED2E}" type="datetimeFigureOut">
              <a:rPr lang="en-US" altLang="en-US"/>
              <a:pPr/>
              <a:t>9/3/2025</a:t>
            </a:fld>
            <a:endParaRPr lang="en-US" altLang="en-US"/>
          </a:p>
        </p:txBody>
      </p:sp>
      <p:sp>
        <p:nvSpPr>
          <p:cNvPr id="4" name="Footer Placeholder 4">
            <a:extLst>
              <a:ext uri="{FF2B5EF4-FFF2-40B4-BE49-F238E27FC236}">
                <a16:creationId xmlns:a16="http://schemas.microsoft.com/office/drawing/2014/main" id="{4A0545F0-089F-41C6-A9CF-E6DDE48D180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881C5EFA-6EC5-4D97-B52D-20918D9F9631}"/>
              </a:ext>
            </a:extLst>
          </p:cNvPr>
          <p:cNvSpPr>
            <a:spLocks noGrp="1"/>
          </p:cNvSpPr>
          <p:nvPr>
            <p:ph type="sldNum" sz="quarter" idx="12"/>
          </p:nvPr>
        </p:nvSpPr>
        <p:spPr/>
        <p:txBody>
          <a:bodyPr/>
          <a:lstStyle>
            <a:lvl1pPr>
              <a:defRPr/>
            </a:lvl1pPr>
          </a:lstStyle>
          <a:p>
            <a:fld id="{0C2ABABE-5C4C-4235-A1E6-635B63BC9220}" type="slidenum">
              <a:rPr lang="en-US" altLang="en-US"/>
              <a:pPr/>
              <a:t>‹#›</a:t>
            </a:fld>
            <a:endParaRPr lang="en-US" altLang="en-US"/>
          </a:p>
        </p:txBody>
      </p:sp>
    </p:spTree>
    <p:extLst>
      <p:ext uri="{BB962C8B-B14F-4D97-AF65-F5344CB8AC3E}">
        <p14:creationId xmlns:p14="http://schemas.microsoft.com/office/powerpoint/2010/main" val="3019161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08DA10F-DFB8-4A17-8254-422B9683F73A}"/>
              </a:ext>
            </a:extLst>
          </p:cNvPr>
          <p:cNvSpPr>
            <a:spLocks noGrp="1"/>
          </p:cNvSpPr>
          <p:nvPr>
            <p:ph type="dt" sz="half" idx="10"/>
          </p:nvPr>
        </p:nvSpPr>
        <p:spPr/>
        <p:txBody>
          <a:bodyPr/>
          <a:lstStyle>
            <a:lvl1pPr>
              <a:defRPr/>
            </a:lvl1pPr>
          </a:lstStyle>
          <a:p>
            <a:fld id="{AF3966B0-EE85-40CD-B72D-3A0659B70677}" type="datetimeFigureOut">
              <a:rPr lang="en-US" altLang="en-US"/>
              <a:pPr/>
              <a:t>9/3/2025</a:t>
            </a:fld>
            <a:endParaRPr lang="en-US" altLang="en-US"/>
          </a:p>
        </p:txBody>
      </p:sp>
      <p:sp>
        <p:nvSpPr>
          <p:cNvPr id="3" name="Footer Placeholder 4">
            <a:extLst>
              <a:ext uri="{FF2B5EF4-FFF2-40B4-BE49-F238E27FC236}">
                <a16:creationId xmlns:a16="http://schemas.microsoft.com/office/drawing/2014/main" id="{0811D38D-82A4-47D0-A5CF-A811DF97C1C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B8BEA20-D326-48EC-88D7-CAB77F8D349B}"/>
              </a:ext>
            </a:extLst>
          </p:cNvPr>
          <p:cNvSpPr>
            <a:spLocks noGrp="1"/>
          </p:cNvSpPr>
          <p:nvPr>
            <p:ph type="sldNum" sz="quarter" idx="12"/>
          </p:nvPr>
        </p:nvSpPr>
        <p:spPr/>
        <p:txBody>
          <a:bodyPr/>
          <a:lstStyle>
            <a:lvl1pPr>
              <a:defRPr/>
            </a:lvl1pPr>
          </a:lstStyle>
          <a:p>
            <a:fld id="{EE7F6ED6-6B68-481D-8D32-F6FB17210B9A}" type="slidenum">
              <a:rPr lang="en-US" altLang="en-US"/>
              <a:pPr/>
              <a:t>‹#›</a:t>
            </a:fld>
            <a:endParaRPr lang="en-US" altLang="en-US"/>
          </a:p>
        </p:txBody>
      </p:sp>
    </p:spTree>
    <p:extLst>
      <p:ext uri="{BB962C8B-B14F-4D97-AF65-F5344CB8AC3E}">
        <p14:creationId xmlns:p14="http://schemas.microsoft.com/office/powerpoint/2010/main" val="4049191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6B155A8-6E64-4C57-91FA-22850CFFA417}"/>
              </a:ext>
            </a:extLst>
          </p:cNvPr>
          <p:cNvSpPr>
            <a:spLocks noGrp="1"/>
          </p:cNvSpPr>
          <p:nvPr>
            <p:ph type="dt" sz="half" idx="10"/>
          </p:nvPr>
        </p:nvSpPr>
        <p:spPr/>
        <p:txBody>
          <a:bodyPr/>
          <a:lstStyle>
            <a:lvl1pPr>
              <a:defRPr/>
            </a:lvl1pPr>
          </a:lstStyle>
          <a:p>
            <a:fld id="{6BBA8342-8168-46D2-9286-222BDB776874}" type="datetimeFigureOut">
              <a:rPr lang="en-US" altLang="en-US"/>
              <a:pPr/>
              <a:t>9/3/2025</a:t>
            </a:fld>
            <a:endParaRPr lang="en-US" altLang="en-US"/>
          </a:p>
        </p:txBody>
      </p:sp>
      <p:sp>
        <p:nvSpPr>
          <p:cNvPr id="6" name="Footer Placeholder 4">
            <a:extLst>
              <a:ext uri="{FF2B5EF4-FFF2-40B4-BE49-F238E27FC236}">
                <a16:creationId xmlns:a16="http://schemas.microsoft.com/office/drawing/2014/main" id="{7C461010-6565-4F21-BB5F-26911C8348F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D06275D-D7C9-426B-AD8D-EE56A3B8CD29}"/>
              </a:ext>
            </a:extLst>
          </p:cNvPr>
          <p:cNvSpPr>
            <a:spLocks noGrp="1"/>
          </p:cNvSpPr>
          <p:nvPr>
            <p:ph type="sldNum" sz="quarter" idx="12"/>
          </p:nvPr>
        </p:nvSpPr>
        <p:spPr/>
        <p:txBody>
          <a:bodyPr/>
          <a:lstStyle>
            <a:lvl1pPr>
              <a:defRPr/>
            </a:lvl1pPr>
          </a:lstStyle>
          <a:p>
            <a:fld id="{A24A3EE9-4E7C-49F1-9F9F-7E27FDC68E4B}" type="slidenum">
              <a:rPr lang="en-US" altLang="en-US"/>
              <a:pPr/>
              <a:t>‹#›</a:t>
            </a:fld>
            <a:endParaRPr lang="en-US" altLang="en-US"/>
          </a:p>
        </p:txBody>
      </p:sp>
    </p:spTree>
    <p:extLst>
      <p:ext uri="{BB962C8B-B14F-4D97-AF65-F5344CB8AC3E}">
        <p14:creationId xmlns:p14="http://schemas.microsoft.com/office/powerpoint/2010/main" val="255531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4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60375"/>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184F684-30B3-4C84-8021-1760B6F15199}"/>
              </a:ext>
            </a:extLst>
          </p:cNvPr>
          <p:cNvSpPr>
            <a:spLocks noGrp="1"/>
          </p:cNvSpPr>
          <p:nvPr>
            <p:ph type="dt" sz="half" idx="10"/>
          </p:nvPr>
        </p:nvSpPr>
        <p:spPr/>
        <p:txBody>
          <a:bodyPr/>
          <a:lstStyle>
            <a:lvl1pPr>
              <a:defRPr/>
            </a:lvl1pPr>
          </a:lstStyle>
          <a:p>
            <a:fld id="{7D6583B9-C184-4857-930E-87FF06E831AF}" type="datetimeFigureOut">
              <a:rPr lang="en-US" altLang="en-US"/>
              <a:pPr/>
              <a:t>9/3/2025</a:t>
            </a:fld>
            <a:endParaRPr lang="en-US" altLang="en-US"/>
          </a:p>
        </p:txBody>
      </p:sp>
      <p:sp>
        <p:nvSpPr>
          <p:cNvPr id="6" name="Footer Placeholder 4">
            <a:extLst>
              <a:ext uri="{FF2B5EF4-FFF2-40B4-BE49-F238E27FC236}">
                <a16:creationId xmlns:a16="http://schemas.microsoft.com/office/drawing/2014/main" id="{50338765-6CE7-47D8-AE36-939F579995F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C7454BE-751A-4F24-B038-9B423A22032B}"/>
              </a:ext>
            </a:extLst>
          </p:cNvPr>
          <p:cNvSpPr>
            <a:spLocks noGrp="1"/>
          </p:cNvSpPr>
          <p:nvPr>
            <p:ph type="sldNum" sz="quarter" idx="12"/>
          </p:nvPr>
        </p:nvSpPr>
        <p:spPr/>
        <p:txBody>
          <a:bodyPr/>
          <a:lstStyle>
            <a:lvl1pPr>
              <a:defRPr/>
            </a:lvl1pPr>
          </a:lstStyle>
          <a:p>
            <a:fld id="{699679F7-C118-489A-89EE-05BA6BC06808}" type="slidenum">
              <a:rPr lang="en-US" altLang="en-US"/>
              <a:pPr/>
              <a:t>‹#›</a:t>
            </a:fld>
            <a:endParaRPr lang="en-US" altLang="en-US"/>
          </a:p>
        </p:txBody>
      </p:sp>
    </p:spTree>
    <p:extLst>
      <p:ext uri="{BB962C8B-B14F-4D97-AF65-F5344CB8AC3E}">
        <p14:creationId xmlns:p14="http://schemas.microsoft.com/office/powerpoint/2010/main" val="2305973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832B19-A713-48CC-82DF-E235875C5390}"/>
              </a:ext>
            </a:extLst>
          </p:cNvPr>
          <p:cNvSpPr>
            <a:spLocks noGrp="1"/>
          </p:cNvSpPr>
          <p:nvPr>
            <p:ph type="dt" sz="half" idx="10"/>
          </p:nvPr>
        </p:nvSpPr>
        <p:spPr/>
        <p:txBody>
          <a:bodyPr/>
          <a:lstStyle>
            <a:lvl1pPr>
              <a:defRPr/>
            </a:lvl1pPr>
          </a:lstStyle>
          <a:p>
            <a:fld id="{93AAF2CD-CD50-496D-B8A2-C830B3FD90BE}"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3E5E6575-32BF-478F-B1BE-86690D9544F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FB7B678-04D4-4C51-9585-720B5BFD0811}"/>
              </a:ext>
            </a:extLst>
          </p:cNvPr>
          <p:cNvSpPr>
            <a:spLocks noGrp="1"/>
          </p:cNvSpPr>
          <p:nvPr>
            <p:ph type="sldNum" sz="quarter" idx="12"/>
          </p:nvPr>
        </p:nvSpPr>
        <p:spPr/>
        <p:txBody>
          <a:bodyPr/>
          <a:lstStyle>
            <a:lvl1pPr>
              <a:defRPr/>
            </a:lvl1pPr>
          </a:lstStyle>
          <a:p>
            <a:fld id="{6FE7A501-9708-49D7-92B2-5A907392083F}" type="slidenum">
              <a:rPr lang="en-US" altLang="en-US"/>
              <a:pPr/>
              <a:t>‹#›</a:t>
            </a:fld>
            <a:endParaRPr lang="en-US" altLang="en-US"/>
          </a:p>
        </p:txBody>
      </p:sp>
    </p:spTree>
    <p:extLst>
      <p:ext uri="{BB962C8B-B14F-4D97-AF65-F5344CB8AC3E}">
        <p14:creationId xmlns:p14="http://schemas.microsoft.com/office/powerpoint/2010/main" val="1089307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35F906-B2D5-495A-A3E5-B3DB1FE25EDF}"/>
              </a:ext>
            </a:extLst>
          </p:cNvPr>
          <p:cNvSpPr>
            <a:spLocks noGrp="1"/>
          </p:cNvSpPr>
          <p:nvPr>
            <p:ph type="dt" sz="half" idx="10"/>
          </p:nvPr>
        </p:nvSpPr>
        <p:spPr/>
        <p:txBody>
          <a:bodyPr/>
          <a:lstStyle>
            <a:lvl1pPr>
              <a:defRPr/>
            </a:lvl1pPr>
          </a:lstStyle>
          <a:p>
            <a:fld id="{3A581232-05E3-4565-A109-6D5A8552B72E}"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A50FEB8B-064B-4403-8E7D-A2DD5E41ECB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0C4A211-D0CA-4BCE-B639-1CCD5560B066}"/>
              </a:ext>
            </a:extLst>
          </p:cNvPr>
          <p:cNvSpPr>
            <a:spLocks noGrp="1"/>
          </p:cNvSpPr>
          <p:nvPr>
            <p:ph type="sldNum" sz="quarter" idx="12"/>
          </p:nvPr>
        </p:nvSpPr>
        <p:spPr/>
        <p:txBody>
          <a:bodyPr/>
          <a:lstStyle>
            <a:lvl1pPr>
              <a:defRPr/>
            </a:lvl1pPr>
          </a:lstStyle>
          <a:p>
            <a:fld id="{3945BA9A-77E9-4722-8F9F-335EF1D83076}" type="slidenum">
              <a:rPr lang="en-US" altLang="en-US"/>
              <a:pPr/>
              <a:t>‹#›</a:t>
            </a:fld>
            <a:endParaRPr lang="en-US" altLang="en-US"/>
          </a:p>
        </p:txBody>
      </p:sp>
    </p:spTree>
    <p:extLst>
      <p:ext uri="{BB962C8B-B14F-4D97-AF65-F5344CB8AC3E}">
        <p14:creationId xmlns:p14="http://schemas.microsoft.com/office/powerpoint/2010/main" val="2969439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8613"/>
            <a:ext cx="7772400" cy="1101725"/>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77BEC957-C7BC-44B4-9197-AD427E53E082}"/>
              </a:ext>
            </a:extLst>
          </p:cNvPr>
          <p:cNvSpPr>
            <a:spLocks noGrp="1"/>
          </p:cNvSpPr>
          <p:nvPr>
            <p:ph type="dt" sz="half" idx="10"/>
          </p:nvPr>
        </p:nvSpPr>
        <p:spPr/>
        <p:txBody>
          <a:bodyPr/>
          <a:lstStyle>
            <a:lvl1pPr>
              <a:defRPr/>
            </a:lvl1pPr>
          </a:lstStyle>
          <a:p>
            <a:fld id="{0CF2F536-D103-40ED-8B0D-B042C4EA91AB}"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5A205E5F-F3CD-411A-8DA6-03A6C2ED059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7343BA6-1F1D-426F-B2A0-64E9757552FD}"/>
              </a:ext>
            </a:extLst>
          </p:cNvPr>
          <p:cNvSpPr>
            <a:spLocks noGrp="1"/>
          </p:cNvSpPr>
          <p:nvPr>
            <p:ph type="sldNum" sz="quarter" idx="12"/>
          </p:nvPr>
        </p:nvSpPr>
        <p:spPr/>
        <p:txBody>
          <a:bodyPr/>
          <a:lstStyle>
            <a:lvl1pPr>
              <a:defRPr/>
            </a:lvl1pPr>
          </a:lstStyle>
          <a:p>
            <a:fld id="{66D40BEC-2707-4B25-8FE3-4E14160686F0}" type="slidenum">
              <a:rPr lang="en-US" altLang="en-US"/>
              <a:pPr/>
              <a:t>‹#›</a:t>
            </a:fld>
            <a:endParaRPr lang="en-US" altLang="en-US"/>
          </a:p>
        </p:txBody>
      </p:sp>
    </p:spTree>
    <p:extLst>
      <p:ext uri="{BB962C8B-B14F-4D97-AF65-F5344CB8AC3E}">
        <p14:creationId xmlns:p14="http://schemas.microsoft.com/office/powerpoint/2010/main" val="41433407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4D32B6-69EA-4E7B-B383-06430388C426}"/>
              </a:ext>
            </a:extLst>
          </p:cNvPr>
          <p:cNvSpPr>
            <a:spLocks noGrp="1"/>
          </p:cNvSpPr>
          <p:nvPr>
            <p:ph type="dt" sz="half" idx="10"/>
          </p:nvPr>
        </p:nvSpPr>
        <p:spPr/>
        <p:txBody>
          <a:bodyPr/>
          <a:lstStyle>
            <a:lvl1pPr>
              <a:defRPr/>
            </a:lvl1pPr>
          </a:lstStyle>
          <a:p>
            <a:fld id="{CE088DB9-CE87-475F-9BDC-9D8F854536F2}"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0028DFE5-B91F-4B14-94C4-E1C1CEFD73F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40AEFC1-F95B-41A7-9621-100BF3573FF1}"/>
              </a:ext>
            </a:extLst>
          </p:cNvPr>
          <p:cNvSpPr>
            <a:spLocks noGrp="1"/>
          </p:cNvSpPr>
          <p:nvPr>
            <p:ph type="sldNum" sz="quarter" idx="12"/>
          </p:nvPr>
        </p:nvSpPr>
        <p:spPr/>
        <p:txBody>
          <a:bodyPr/>
          <a:lstStyle>
            <a:lvl1pPr>
              <a:defRPr/>
            </a:lvl1pPr>
          </a:lstStyle>
          <a:p>
            <a:fld id="{DA0B9170-B52E-4380-955A-40C81D2EFDA9}" type="slidenum">
              <a:rPr lang="en-US" altLang="en-US"/>
              <a:pPr/>
              <a:t>‹#›</a:t>
            </a:fld>
            <a:endParaRPr lang="en-US" altLang="en-US"/>
          </a:p>
        </p:txBody>
      </p:sp>
    </p:spTree>
    <p:extLst>
      <p:ext uri="{BB962C8B-B14F-4D97-AF65-F5344CB8AC3E}">
        <p14:creationId xmlns:p14="http://schemas.microsoft.com/office/powerpoint/2010/main" val="13097204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5"/>
            <a:ext cx="7772400" cy="102235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79638"/>
            <a:ext cx="7772400" cy="11255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34C700-6B2B-4EA9-BB96-171933FD4EB4}"/>
              </a:ext>
            </a:extLst>
          </p:cNvPr>
          <p:cNvSpPr>
            <a:spLocks noGrp="1"/>
          </p:cNvSpPr>
          <p:nvPr>
            <p:ph type="dt" sz="half" idx="10"/>
          </p:nvPr>
        </p:nvSpPr>
        <p:spPr/>
        <p:txBody>
          <a:bodyPr/>
          <a:lstStyle>
            <a:lvl1pPr>
              <a:defRPr/>
            </a:lvl1pPr>
          </a:lstStyle>
          <a:p>
            <a:fld id="{AF68052A-7D6C-4464-93EF-85C6D2E58478}"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000E3505-561A-4FC9-A88C-880E31D4EBC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81254FC-AA8D-4B1F-8DF1-26FF35BDEF5E}"/>
              </a:ext>
            </a:extLst>
          </p:cNvPr>
          <p:cNvSpPr>
            <a:spLocks noGrp="1"/>
          </p:cNvSpPr>
          <p:nvPr>
            <p:ph type="sldNum" sz="quarter" idx="12"/>
          </p:nvPr>
        </p:nvSpPr>
        <p:spPr/>
        <p:txBody>
          <a:bodyPr/>
          <a:lstStyle>
            <a:lvl1pPr>
              <a:defRPr/>
            </a:lvl1pPr>
          </a:lstStyle>
          <a:p>
            <a:fld id="{F470D2B2-7720-4A66-A033-0A2015E4B9C4}" type="slidenum">
              <a:rPr lang="en-US" altLang="en-US"/>
              <a:pPr/>
              <a:t>‹#›</a:t>
            </a:fld>
            <a:endParaRPr lang="en-US" altLang="en-US"/>
          </a:p>
        </p:txBody>
      </p:sp>
    </p:spTree>
    <p:extLst>
      <p:ext uri="{BB962C8B-B14F-4D97-AF65-F5344CB8AC3E}">
        <p14:creationId xmlns:p14="http://schemas.microsoft.com/office/powerpoint/2010/main" val="11144999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D77AAAE-D44E-4789-9154-FE2BF039AB68}"/>
              </a:ext>
            </a:extLst>
          </p:cNvPr>
          <p:cNvSpPr>
            <a:spLocks noGrp="1"/>
          </p:cNvSpPr>
          <p:nvPr>
            <p:ph type="dt" sz="half" idx="10"/>
          </p:nvPr>
        </p:nvSpPr>
        <p:spPr/>
        <p:txBody>
          <a:bodyPr/>
          <a:lstStyle>
            <a:lvl1pPr>
              <a:defRPr/>
            </a:lvl1pPr>
          </a:lstStyle>
          <a:p>
            <a:fld id="{4FABCE10-49D1-45C8-B226-30A37821F1F2}" type="datetimeFigureOut">
              <a:rPr lang="en-US" altLang="en-US"/>
              <a:pPr/>
              <a:t>9/3/2025</a:t>
            </a:fld>
            <a:endParaRPr lang="en-US" altLang="en-US"/>
          </a:p>
        </p:txBody>
      </p:sp>
      <p:sp>
        <p:nvSpPr>
          <p:cNvPr id="6" name="Footer Placeholder 4">
            <a:extLst>
              <a:ext uri="{FF2B5EF4-FFF2-40B4-BE49-F238E27FC236}">
                <a16:creationId xmlns:a16="http://schemas.microsoft.com/office/drawing/2014/main" id="{0A01D367-FC72-46BB-8C91-CFEC1A35905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07B59CE-BF00-4EA9-B74C-3639E2D70C23}"/>
              </a:ext>
            </a:extLst>
          </p:cNvPr>
          <p:cNvSpPr>
            <a:spLocks noGrp="1"/>
          </p:cNvSpPr>
          <p:nvPr>
            <p:ph type="sldNum" sz="quarter" idx="12"/>
          </p:nvPr>
        </p:nvSpPr>
        <p:spPr/>
        <p:txBody>
          <a:bodyPr/>
          <a:lstStyle>
            <a:lvl1pPr>
              <a:defRPr/>
            </a:lvl1pPr>
          </a:lstStyle>
          <a:p>
            <a:fld id="{62FCC4E2-F8E3-43B7-8B28-E39BC30061DC}" type="slidenum">
              <a:rPr lang="en-US" altLang="en-US"/>
              <a:pPr/>
              <a:t>‹#›</a:t>
            </a:fld>
            <a:endParaRPr lang="en-US" altLang="en-US"/>
          </a:p>
        </p:txBody>
      </p:sp>
    </p:spTree>
    <p:extLst>
      <p:ext uri="{BB962C8B-B14F-4D97-AF65-F5344CB8AC3E}">
        <p14:creationId xmlns:p14="http://schemas.microsoft.com/office/powerpoint/2010/main" val="23086299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8265C00-E750-44A0-94A6-7FFC9E5950A4}"/>
              </a:ext>
            </a:extLst>
          </p:cNvPr>
          <p:cNvSpPr>
            <a:spLocks noGrp="1"/>
          </p:cNvSpPr>
          <p:nvPr>
            <p:ph type="dt" sz="half" idx="10"/>
          </p:nvPr>
        </p:nvSpPr>
        <p:spPr/>
        <p:txBody>
          <a:bodyPr/>
          <a:lstStyle>
            <a:lvl1pPr>
              <a:defRPr/>
            </a:lvl1pPr>
          </a:lstStyle>
          <a:p>
            <a:fld id="{FD0B50DE-56E6-43E3-A451-AF04A19E1215}" type="datetimeFigureOut">
              <a:rPr lang="en-US" altLang="en-US"/>
              <a:pPr/>
              <a:t>9/3/2025</a:t>
            </a:fld>
            <a:endParaRPr lang="en-US" altLang="en-US"/>
          </a:p>
        </p:txBody>
      </p:sp>
      <p:sp>
        <p:nvSpPr>
          <p:cNvPr id="8" name="Footer Placeholder 4">
            <a:extLst>
              <a:ext uri="{FF2B5EF4-FFF2-40B4-BE49-F238E27FC236}">
                <a16:creationId xmlns:a16="http://schemas.microsoft.com/office/drawing/2014/main" id="{79BD640F-10FB-4E18-B6AC-8298B075CC22}"/>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E7D5C301-C908-44E1-8077-87659482D250}"/>
              </a:ext>
            </a:extLst>
          </p:cNvPr>
          <p:cNvSpPr>
            <a:spLocks noGrp="1"/>
          </p:cNvSpPr>
          <p:nvPr>
            <p:ph type="sldNum" sz="quarter" idx="12"/>
          </p:nvPr>
        </p:nvSpPr>
        <p:spPr/>
        <p:txBody>
          <a:bodyPr/>
          <a:lstStyle>
            <a:lvl1pPr>
              <a:defRPr/>
            </a:lvl1pPr>
          </a:lstStyle>
          <a:p>
            <a:fld id="{0841ACA7-D1B2-49AA-A1A4-FD6FA464F7CD}" type="slidenum">
              <a:rPr lang="en-US" altLang="en-US"/>
              <a:pPr/>
              <a:t>‹#›</a:t>
            </a:fld>
            <a:endParaRPr lang="en-US" altLang="en-US"/>
          </a:p>
        </p:txBody>
      </p:sp>
    </p:spTree>
    <p:extLst>
      <p:ext uri="{BB962C8B-B14F-4D97-AF65-F5344CB8AC3E}">
        <p14:creationId xmlns:p14="http://schemas.microsoft.com/office/powerpoint/2010/main" val="6246262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08ABAF0C-9F83-4D76-A7EB-1D0F3F600ADB}"/>
              </a:ext>
            </a:extLst>
          </p:cNvPr>
          <p:cNvSpPr>
            <a:spLocks noGrp="1"/>
          </p:cNvSpPr>
          <p:nvPr>
            <p:ph type="dt" sz="half" idx="10"/>
          </p:nvPr>
        </p:nvSpPr>
        <p:spPr/>
        <p:txBody>
          <a:bodyPr/>
          <a:lstStyle>
            <a:lvl1pPr>
              <a:defRPr/>
            </a:lvl1pPr>
          </a:lstStyle>
          <a:p>
            <a:fld id="{7CAB5C65-2A43-495C-835F-33FAB82C7FAC}" type="datetimeFigureOut">
              <a:rPr lang="en-US" altLang="en-US"/>
              <a:pPr/>
              <a:t>9/3/2025</a:t>
            </a:fld>
            <a:endParaRPr lang="en-US" altLang="en-US"/>
          </a:p>
        </p:txBody>
      </p:sp>
      <p:sp>
        <p:nvSpPr>
          <p:cNvPr id="4" name="Footer Placeholder 4">
            <a:extLst>
              <a:ext uri="{FF2B5EF4-FFF2-40B4-BE49-F238E27FC236}">
                <a16:creationId xmlns:a16="http://schemas.microsoft.com/office/drawing/2014/main" id="{50875962-4188-4655-B825-2D67F1A0868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5806F28-B3EC-40B8-9338-5D1C06CB4E6D}"/>
              </a:ext>
            </a:extLst>
          </p:cNvPr>
          <p:cNvSpPr>
            <a:spLocks noGrp="1"/>
          </p:cNvSpPr>
          <p:nvPr>
            <p:ph type="sldNum" sz="quarter" idx="12"/>
          </p:nvPr>
        </p:nvSpPr>
        <p:spPr/>
        <p:txBody>
          <a:bodyPr/>
          <a:lstStyle>
            <a:lvl1pPr>
              <a:defRPr/>
            </a:lvl1pPr>
          </a:lstStyle>
          <a:p>
            <a:fld id="{201AEE98-2AF2-477C-BC54-C6EB448B2B22}" type="slidenum">
              <a:rPr lang="en-US" altLang="en-US"/>
              <a:pPr/>
              <a:t>‹#›</a:t>
            </a:fld>
            <a:endParaRPr lang="en-US" altLang="en-US"/>
          </a:p>
        </p:txBody>
      </p:sp>
    </p:spTree>
    <p:extLst>
      <p:ext uri="{BB962C8B-B14F-4D97-AF65-F5344CB8AC3E}">
        <p14:creationId xmlns:p14="http://schemas.microsoft.com/office/powerpoint/2010/main" val="509682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C78B922-245B-4C5A-83CB-F2FB65EF295B}"/>
              </a:ext>
            </a:extLst>
          </p:cNvPr>
          <p:cNvSpPr>
            <a:spLocks noGrp="1"/>
          </p:cNvSpPr>
          <p:nvPr>
            <p:ph type="dt" sz="half" idx="10"/>
          </p:nvPr>
        </p:nvSpPr>
        <p:spPr/>
        <p:txBody>
          <a:bodyPr/>
          <a:lstStyle>
            <a:lvl1pPr>
              <a:defRPr/>
            </a:lvl1pPr>
          </a:lstStyle>
          <a:p>
            <a:fld id="{06F32475-3AD3-489A-B2FF-D90BFE23FB27}" type="datetimeFigureOut">
              <a:rPr lang="en-US" altLang="en-US"/>
              <a:pPr/>
              <a:t>9/3/2025</a:t>
            </a:fld>
            <a:endParaRPr lang="en-US" altLang="en-US"/>
          </a:p>
        </p:txBody>
      </p:sp>
      <p:sp>
        <p:nvSpPr>
          <p:cNvPr id="3" name="Footer Placeholder 4">
            <a:extLst>
              <a:ext uri="{FF2B5EF4-FFF2-40B4-BE49-F238E27FC236}">
                <a16:creationId xmlns:a16="http://schemas.microsoft.com/office/drawing/2014/main" id="{72998CD3-20EB-4EE9-BDA0-A380C759E49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8649A9E4-6F9A-4EF0-8D13-F43C2208D1EA}"/>
              </a:ext>
            </a:extLst>
          </p:cNvPr>
          <p:cNvSpPr>
            <a:spLocks noGrp="1"/>
          </p:cNvSpPr>
          <p:nvPr>
            <p:ph type="sldNum" sz="quarter" idx="12"/>
          </p:nvPr>
        </p:nvSpPr>
        <p:spPr/>
        <p:txBody>
          <a:bodyPr/>
          <a:lstStyle>
            <a:lvl1pPr>
              <a:defRPr/>
            </a:lvl1pPr>
          </a:lstStyle>
          <a:p>
            <a:fld id="{A80C1CB5-923B-40A5-8C27-BDDC47684A7A}" type="slidenum">
              <a:rPr lang="en-US" altLang="en-US"/>
              <a:pPr/>
              <a:t>‹#›</a:t>
            </a:fld>
            <a:endParaRPr lang="en-US" altLang="en-US"/>
          </a:p>
        </p:txBody>
      </p:sp>
    </p:spTree>
    <p:extLst>
      <p:ext uri="{BB962C8B-B14F-4D97-AF65-F5344CB8AC3E}">
        <p14:creationId xmlns:p14="http://schemas.microsoft.com/office/powerpoint/2010/main" val="34842410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3008313" cy="87153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7C3F4DC7-F2B9-4E03-800D-CB6D42ED96D6}"/>
              </a:ext>
            </a:extLst>
          </p:cNvPr>
          <p:cNvSpPr>
            <a:spLocks noGrp="1"/>
          </p:cNvSpPr>
          <p:nvPr>
            <p:ph type="dt" sz="half" idx="10"/>
          </p:nvPr>
        </p:nvSpPr>
        <p:spPr/>
        <p:txBody>
          <a:bodyPr/>
          <a:lstStyle>
            <a:lvl1pPr>
              <a:defRPr/>
            </a:lvl1pPr>
          </a:lstStyle>
          <a:p>
            <a:fld id="{A1F18691-751E-498E-A530-DD25E84AFB09}" type="datetimeFigureOut">
              <a:rPr lang="en-US" altLang="en-US"/>
              <a:pPr/>
              <a:t>9/3/2025</a:t>
            </a:fld>
            <a:endParaRPr lang="en-US" altLang="en-US"/>
          </a:p>
        </p:txBody>
      </p:sp>
      <p:sp>
        <p:nvSpPr>
          <p:cNvPr id="6" name="Footer Placeholder 4">
            <a:extLst>
              <a:ext uri="{FF2B5EF4-FFF2-40B4-BE49-F238E27FC236}">
                <a16:creationId xmlns:a16="http://schemas.microsoft.com/office/drawing/2014/main" id="{85B77A4D-AAD0-4363-9FD2-6C98492644B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7AE184D-4FC7-4996-BB76-1E778EF8E060}"/>
              </a:ext>
            </a:extLst>
          </p:cNvPr>
          <p:cNvSpPr>
            <a:spLocks noGrp="1"/>
          </p:cNvSpPr>
          <p:nvPr>
            <p:ph type="sldNum" sz="quarter" idx="12"/>
          </p:nvPr>
        </p:nvSpPr>
        <p:spPr/>
        <p:txBody>
          <a:bodyPr/>
          <a:lstStyle>
            <a:lvl1pPr>
              <a:defRPr/>
            </a:lvl1pPr>
          </a:lstStyle>
          <a:p>
            <a:fld id="{76EAB45B-6660-49DE-8DED-F429E8F2C64E}" type="slidenum">
              <a:rPr lang="en-US" altLang="en-US"/>
              <a:pPr/>
              <a:t>‹#›</a:t>
            </a:fld>
            <a:endParaRPr lang="en-US" altLang="en-US"/>
          </a:p>
        </p:txBody>
      </p:sp>
    </p:spTree>
    <p:extLst>
      <p:ext uri="{BB962C8B-B14F-4D97-AF65-F5344CB8AC3E}">
        <p14:creationId xmlns:p14="http://schemas.microsoft.com/office/powerpoint/2010/main" val="15914868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4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60375"/>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E952CF0-B28C-4E0F-B67E-1E67AE35C3EB}"/>
              </a:ext>
            </a:extLst>
          </p:cNvPr>
          <p:cNvSpPr>
            <a:spLocks noGrp="1"/>
          </p:cNvSpPr>
          <p:nvPr>
            <p:ph type="dt" sz="half" idx="10"/>
          </p:nvPr>
        </p:nvSpPr>
        <p:spPr/>
        <p:txBody>
          <a:bodyPr/>
          <a:lstStyle>
            <a:lvl1pPr>
              <a:defRPr/>
            </a:lvl1pPr>
          </a:lstStyle>
          <a:p>
            <a:fld id="{66A2B36D-D5D8-4BB4-A013-C19AEC6D3F7A}" type="datetimeFigureOut">
              <a:rPr lang="en-US" altLang="en-US"/>
              <a:pPr/>
              <a:t>9/3/2025</a:t>
            </a:fld>
            <a:endParaRPr lang="en-US" altLang="en-US"/>
          </a:p>
        </p:txBody>
      </p:sp>
      <p:sp>
        <p:nvSpPr>
          <p:cNvPr id="6" name="Footer Placeholder 4">
            <a:extLst>
              <a:ext uri="{FF2B5EF4-FFF2-40B4-BE49-F238E27FC236}">
                <a16:creationId xmlns:a16="http://schemas.microsoft.com/office/drawing/2014/main" id="{9441671E-A33B-40F4-A47D-113E1154C1A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B8F484C-3F81-483F-84C4-93F9B2A4F01F}"/>
              </a:ext>
            </a:extLst>
          </p:cNvPr>
          <p:cNvSpPr>
            <a:spLocks noGrp="1"/>
          </p:cNvSpPr>
          <p:nvPr>
            <p:ph type="sldNum" sz="quarter" idx="12"/>
          </p:nvPr>
        </p:nvSpPr>
        <p:spPr/>
        <p:txBody>
          <a:bodyPr/>
          <a:lstStyle>
            <a:lvl1pPr>
              <a:defRPr/>
            </a:lvl1pPr>
          </a:lstStyle>
          <a:p>
            <a:fld id="{359920D4-B200-4736-A7AC-75AD36DF5471}" type="slidenum">
              <a:rPr lang="en-US" altLang="en-US"/>
              <a:pPr/>
              <a:t>‹#›</a:t>
            </a:fld>
            <a:endParaRPr lang="en-US" altLang="en-US"/>
          </a:p>
        </p:txBody>
      </p:sp>
    </p:spTree>
    <p:extLst>
      <p:ext uri="{BB962C8B-B14F-4D97-AF65-F5344CB8AC3E}">
        <p14:creationId xmlns:p14="http://schemas.microsoft.com/office/powerpoint/2010/main" val="3489102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C78175-FCA8-4C9B-BEAD-92522C503349}"/>
              </a:ext>
            </a:extLst>
          </p:cNvPr>
          <p:cNvSpPr>
            <a:spLocks noGrp="1"/>
          </p:cNvSpPr>
          <p:nvPr>
            <p:ph type="dt" sz="half" idx="10"/>
          </p:nvPr>
        </p:nvSpPr>
        <p:spPr/>
        <p:txBody>
          <a:bodyPr/>
          <a:lstStyle>
            <a:lvl1pPr>
              <a:defRPr/>
            </a:lvl1pPr>
          </a:lstStyle>
          <a:p>
            <a:fld id="{CE750C9E-C01E-4445-8B2D-0DC73CBB0DBF}"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13DB7D6E-350C-4BDF-BE7C-3C0BCA8377D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6F084A0-3775-4BFC-8CC9-8C86EAF0EADA}"/>
              </a:ext>
            </a:extLst>
          </p:cNvPr>
          <p:cNvSpPr>
            <a:spLocks noGrp="1"/>
          </p:cNvSpPr>
          <p:nvPr>
            <p:ph type="sldNum" sz="quarter" idx="12"/>
          </p:nvPr>
        </p:nvSpPr>
        <p:spPr/>
        <p:txBody>
          <a:bodyPr/>
          <a:lstStyle>
            <a:lvl1pPr>
              <a:defRPr/>
            </a:lvl1pPr>
          </a:lstStyle>
          <a:p>
            <a:fld id="{9A94BA6D-7255-4B44-9A92-0CD21BBBC811}" type="slidenum">
              <a:rPr lang="en-US" altLang="en-US"/>
              <a:pPr/>
              <a:t>‹#›</a:t>
            </a:fld>
            <a:endParaRPr lang="en-US" altLang="en-US"/>
          </a:p>
        </p:txBody>
      </p:sp>
    </p:spTree>
    <p:extLst>
      <p:ext uri="{BB962C8B-B14F-4D97-AF65-F5344CB8AC3E}">
        <p14:creationId xmlns:p14="http://schemas.microsoft.com/office/powerpoint/2010/main" val="38071015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5"/>
            <a:ext cx="2057400" cy="4387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6375"/>
            <a:ext cx="6019800" cy="4387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B3D65D-D3B0-4E01-AE31-71D9F016E684}"/>
              </a:ext>
            </a:extLst>
          </p:cNvPr>
          <p:cNvSpPr>
            <a:spLocks noGrp="1"/>
          </p:cNvSpPr>
          <p:nvPr>
            <p:ph type="dt" sz="half" idx="10"/>
          </p:nvPr>
        </p:nvSpPr>
        <p:spPr/>
        <p:txBody>
          <a:bodyPr/>
          <a:lstStyle>
            <a:lvl1pPr>
              <a:defRPr/>
            </a:lvl1pPr>
          </a:lstStyle>
          <a:p>
            <a:fld id="{3A77F80B-8705-4054-BDEA-F6EC28BE20FF}"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D0423792-72EE-49F6-B98C-35DBDB63296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1A4D1C8-DDBC-474F-B477-52B70ABE42CF}"/>
              </a:ext>
            </a:extLst>
          </p:cNvPr>
          <p:cNvSpPr>
            <a:spLocks noGrp="1"/>
          </p:cNvSpPr>
          <p:nvPr>
            <p:ph type="sldNum" sz="quarter" idx="12"/>
          </p:nvPr>
        </p:nvSpPr>
        <p:spPr/>
        <p:txBody>
          <a:bodyPr/>
          <a:lstStyle>
            <a:lvl1pPr>
              <a:defRPr/>
            </a:lvl1pPr>
          </a:lstStyle>
          <a:p>
            <a:fld id="{EA3DEF5B-C4BA-42FC-AD5C-194992041F2D}" type="slidenum">
              <a:rPr lang="en-US" altLang="en-US"/>
              <a:pPr/>
              <a:t>‹#›</a:t>
            </a:fld>
            <a:endParaRPr lang="en-US" altLang="en-US"/>
          </a:p>
        </p:txBody>
      </p:sp>
    </p:spTree>
    <p:extLst>
      <p:ext uri="{BB962C8B-B14F-4D97-AF65-F5344CB8AC3E}">
        <p14:creationId xmlns:p14="http://schemas.microsoft.com/office/powerpoint/2010/main" val="1093593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4.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4E3AAE7E-84E0-4192-8581-33D1B423911C}"/>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3DFB29D4-AEEE-4A87-989C-13516A05399E}"/>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3959B34-537B-42A6-9123-06594B925EF9}"/>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B54B1E2A-4348-43A3-AED5-C114B3E217BA}"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C71ABAF1-8E72-4293-9768-62541AC8041E}"/>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smtClean="0">
                <a:solidFill>
                  <a:schemeClr val="tx1">
                    <a:tint val="75000"/>
                  </a:schemeClr>
                </a:solidFill>
                <a:latin typeface="Calibri"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521D4CEF-99C0-469A-82F7-E19F99B6CA74}"/>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B44FB8E3-8003-420B-9ACE-792D4DC8C407}" type="slidenum">
              <a:rPr lang="en-US" altLang="en-US"/>
              <a:pPr/>
              <a:t>‹#›</a:t>
            </a:fld>
            <a:endParaRPr lang="en-US" altLang="en-US"/>
          </a:p>
        </p:txBody>
      </p:sp>
      <p:pic>
        <p:nvPicPr>
          <p:cNvPr id="2055" name="Picture 6" descr="GenBackground.jpg">
            <a:extLst>
              <a:ext uri="{FF2B5EF4-FFF2-40B4-BE49-F238E27FC236}">
                <a16:creationId xmlns:a16="http://schemas.microsoft.com/office/drawing/2014/main" id="{FC891139-DE7B-4FFA-966C-BEB3D4757A6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360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9" r:id="rId1"/>
  </p:sldLayoutIdLst>
  <p:txStyles>
    <p:titleStyle>
      <a:lvl1pPr algn="ctr" defTabSz="457200" rtl="0" fontAlgn="base">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fontAlgn="base">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fontAlgn="base">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fontAlgn="base">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ACBB8FE9-3144-48E1-95CF-90D5B62FCF37}"/>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a:extLst>
              <a:ext uri="{FF2B5EF4-FFF2-40B4-BE49-F238E27FC236}">
                <a16:creationId xmlns:a16="http://schemas.microsoft.com/office/drawing/2014/main" id="{522E3450-16DE-4320-9333-12326883D95F}"/>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49A9D162-5A09-4530-B28F-231F261B782E}"/>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1489033D-2343-4DBD-93C2-500D6EFBAB34}"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88ECA21D-7A85-4DC2-9D2A-0D6F63854E86}"/>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smtClean="0">
                <a:solidFill>
                  <a:schemeClr val="tx1">
                    <a:tint val="75000"/>
                  </a:schemeClr>
                </a:solidFill>
                <a:latin typeface="Calibri"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E3D3CFC4-0EB8-4829-B813-4E231F551EA2}"/>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35F31E7A-8719-4737-A972-44D21473F6A1}" type="slidenum">
              <a:rPr lang="en-US" altLang="en-US"/>
              <a:pPr/>
              <a:t>‹#›</a:t>
            </a:fld>
            <a:endParaRPr lang="en-US" altLang="en-US"/>
          </a:p>
        </p:txBody>
      </p:sp>
      <p:pic>
        <p:nvPicPr>
          <p:cNvPr id="3079" name="Picture 6" descr="GenBackground2.jpg">
            <a:extLst>
              <a:ext uri="{FF2B5EF4-FFF2-40B4-BE49-F238E27FC236}">
                <a16:creationId xmlns:a16="http://schemas.microsoft.com/office/drawing/2014/main" id="{B4EC3CCC-926B-4AEB-84EC-7BA5870C4B7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360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0" r:id="rId1"/>
  </p:sldLayoutIdLst>
  <p:txStyles>
    <p:titleStyle>
      <a:lvl1pPr algn="ctr" defTabSz="457200" rtl="0" fontAlgn="base">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fontAlgn="base">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fontAlgn="base">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fontAlgn="base">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2365D9B5-E510-4476-AF80-39A6CDFE11D3}"/>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99" name="Text Placeholder 2">
            <a:extLst>
              <a:ext uri="{FF2B5EF4-FFF2-40B4-BE49-F238E27FC236}">
                <a16:creationId xmlns:a16="http://schemas.microsoft.com/office/drawing/2014/main" id="{571DB1BA-BC1A-48ED-83C9-803FB1EEA234}"/>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E990F7B-A56B-4F22-86D5-554831F8A388}"/>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CA81765A-6E6E-4A74-961F-04D0B213FF3E}"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9F969F0D-B087-4ECD-B6F0-1A38908C062C}"/>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smtClean="0">
                <a:solidFill>
                  <a:schemeClr val="tx1">
                    <a:tint val="75000"/>
                  </a:schemeClr>
                </a:solidFill>
                <a:latin typeface="Calibri"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95C927CA-636A-4A43-B2CE-C1AE474B0E18}"/>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F733C12D-4865-425C-9522-7A1CEDE07B59}" type="slidenum">
              <a:rPr lang="en-US" altLang="en-US"/>
              <a:pPr/>
              <a:t>‹#›</a:t>
            </a:fld>
            <a:endParaRPr lang="en-US" altLang="en-US"/>
          </a:p>
        </p:txBody>
      </p:sp>
      <p:pic>
        <p:nvPicPr>
          <p:cNvPr id="4103" name="Picture 6" descr="GenBackground4.jpg">
            <a:extLst>
              <a:ext uri="{FF2B5EF4-FFF2-40B4-BE49-F238E27FC236}">
                <a16:creationId xmlns:a16="http://schemas.microsoft.com/office/drawing/2014/main" id="{C6350532-9409-45C5-99C5-F4C343268412}"/>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360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ctr" defTabSz="457200" rtl="0" fontAlgn="base">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fontAlgn="base">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fontAlgn="base">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fontAlgn="base">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Title Placeholder 1">
            <a:extLst>
              <a:ext uri="{FF2B5EF4-FFF2-40B4-BE49-F238E27FC236}">
                <a16:creationId xmlns:a16="http://schemas.microsoft.com/office/drawing/2014/main" id="{EF40AF55-BCB0-4BA1-9984-D01391917C0F}"/>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5123" name="Text Placeholder 2">
            <a:extLst>
              <a:ext uri="{FF2B5EF4-FFF2-40B4-BE49-F238E27FC236}">
                <a16:creationId xmlns:a16="http://schemas.microsoft.com/office/drawing/2014/main" id="{060CDD73-722A-4CD1-AD2A-BD9800BB1796}"/>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B901FA3-A37A-403B-8273-0A0A4401666F}"/>
              </a:ext>
            </a:extLst>
          </p:cNvPr>
          <p:cNvSpPr>
            <a:spLocks noGrp="1"/>
          </p:cNvSpPr>
          <p:nvPr>
            <p:ph type="dt" sz="half" idx="2"/>
          </p:nvPr>
        </p:nvSpPr>
        <p:spPr>
          <a:xfrm>
            <a:off x="457200" y="4767263"/>
            <a:ext cx="2133600" cy="274637"/>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614C501F-7830-4203-A9C5-282ECCEFC4F7}" type="datetimeFigureOut">
              <a:rPr lang="en-US" altLang="en-US"/>
              <a:pPr/>
              <a:t>9/3/2025</a:t>
            </a:fld>
            <a:endParaRPr lang="en-US" altLang="en-US"/>
          </a:p>
        </p:txBody>
      </p:sp>
      <p:sp>
        <p:nvSpPr>
          <p:cNvPr id="5" name="Footer Placeholder 4">
            <a:extLst>
              <a:ext uri="{FF2B5EF4-FFF2-40B4-BE49-F238E27FC236}">
                <a16:creationId xmlns:a16="http://schemas.microsoft.com/office/drawing/2014/main" id="{B82565B5-80F4-4B43-89D5-2F137EA54731}"/>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smtClean="0">
                <a:solidFill>
                  <a:schemeClr val="tx1">
                    <a:tint val="75000"/>
                  </a:schemeClr>
                </a:solidFill>
                <a:latin typeface="Calibri"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BFCFE557-88E2-4276-A6EA-B90C3D11B8CF}"/>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3C97D2EA-1DDE-432A-B908-8AF4CE12B806}" type="slidenum">
              <a:rPr lang="en-US" altLang="en-US"/>
              <a:pPr/>
              <a:t>‹#›</a:t>
            </a:fld>
            <a:endParaRPr lang="en-US" altLang="en-US"/>
          </a:p>
        </p:txBody>
      </p:sp>
      <p:pic>
        <p:nvPicPr>
          <p:cNvPr id="5127" name="Picture 6" descr="GenBackground3.jpg">
            <a:extLst>
              <a:ext uri="{FF2B5EF4-FFF2-40B4-BE49-F238E27FC236}">
                <a16:creationId xmlns:a16="http://schemas.microsoft.com/office/drawing/2014/main" id="{ACFAD57C-E18D-49E8-882A-AC37538F4859}"/>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36063"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ctr" defTabSz="457200" rtl="0" fontAlgn="base">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fontAlgn="base">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fontAlgn="base">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fontAlgn="base">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fontAlgn="base">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9DBAF1C2-9FB6-4290-AD3E-99D6A931443F}"/>
              </a:ext>
            </a:extLst>
          </p:cNvPr>
          <p:cNvSpPr>
            <a:spLocks noGrp="1"/>
          </p:cNvSpPr>
          <p:nvPr>
            <p:ph type="ctrTitle"/>
          </p:nvPr>
        </p:nvSpPr>
        <p:spPr>
          <a:xfrm>
            <a:off x="2880360" y="418794"/>
            <a:ext cx="5577840" cy="1554479"/>
          </a:xfrm>
        </p:spPr>
        <p:txBody>
          <a:bodyPr/>
          <a:lstStyle/>
          <a:p>
            <a:r>
              <a:rPr lang="en-US" altLang="en-US" dirty="0">
                <a:solidFill>
                  <a:schemeClr val="bg1"/>
                </a:solidFill>
              </a:rPr>
              <a:t>CMSC 603</a:t>
            </a:r>
            <a:br>
              <a:rPr lang="en-US" altLang="en-US" dirty="0">
                <a:solidFill>
                  <a:schemeClr val="bg1"/>
                </a:solidFill>
              </a:rPr>
            </a:br>
            <a:r>
              <a:rPr lang="en-US" altLang="en-US" dirty="0">
                <a:solidFill>
                  <a:schemeClr val="bg1"/>
                </a:solidFill>
              </a:rPr>
              <a:t>High-Performance Distributed Systems</a:t>
            </a:r>
          </a:p>
        </p:txBody>
      </p:sp>
      <p:sp>
        <p:nvSpPr>
          <p:cNvPr id="3" name="Subtitle 2">
            <a:extLst>
              <a:ext uri="{FF2B5EF4-FFF2-40B4-BE49-F238E27FC236}">
                <a16:creationId xmlns:a16="http://schemas.microsoft.com/office/drawing/2014/main" id="{192CDDD7-DDB7-43AE-BECD-19516B258AB9}"/>
              </a:ext>
            </a:extLst>
          </p:cNvPr>
          <p:cNvSpPr>
            <a:spLocks noGrp="1"/>
          </p:cNvSpPr>
          <p:nvPr>
            <p:ph type="subTitle" idx="1"/>
          </p:nvPr>
        </p:nvSpPr>
        <p:spPr>
          <a:xfrm>
            <a:off x="3223260" y="2398088"/>
            <a:ext cx="4892040" cy="727710"/>
          </a:xfrm>
        </p:spPr>
        <p:txBody>
          <a:bodyPr rtlCol="0">
            <a:normAutofit/>
          </a:bodyPr>
          <a:lstStyle/>
          <a:p>
            <a:pPr fontAlgn="auto">
              <a:spcAft>
                <a:spcPts val="0"/>
              </a:spcAft>
              <a:buFont typeface="Arial"/>
              <a:buNone/>
              <a:defRPr/>
            </a:pPr>
            <a:r>
              <a:rPr lang="en-US" dirty="0">
                <a:solidFill>
                  <a:schemeClr val="bg1"/>
                </a:solidFill>
                <a:latin typeface="+mj-lt"/>
                <a:ea typeface="+mn-ea"/>
              </a:rPr>
              <a:t>Java parallelism and RMI</a:t>
            </a:r>
          </a:p>
        </p:txBody>
      </p:sp>
      <p:sp>
        <p:nvSpPr>
          <p:cNvPr id="2" name="TextBox 1">
            <a:extLst>
              <a:ext uri="{FF2B5EF4-FFF2-40B4-BE49-F238E27FC236}">
                <a16:creationId xmlns:a16="http://schemas.microsoft.com/office/drawing/2014/main" id="{0D1FECE5-4D6B-49DE-9441-EFA9D6C573F0}"/>
              </a:ext>
            </a:extLst>
          </p:cNvPr>
          <p:cNvSpPr txBox="1"/>
          <p:nvPr/>
        </p:nvSpPr>
        <p:spPr>
          <a:xfrm>
            <a:off x="4783204" y="3468349"/>
            <a:ext cx="4019818" cy="1446550"/>
          </a:xfrm>
          <a:prstGeom prst="rect">
            <a:avLst/>
          </a:prstGeom>
          <a:noFill/>
        </p:spPr>
        <p:txBody>
          <a:bodyPr wrap="none" rtlCol="0">
            <a:spAutoFit/>
          </a:bodyPr>
          <a:lstStyle/>
          <a:p>
            <a:pPr algn="ctr"/>
            <a:r>
              <a:rPr lang="en-US" sz="2200" dirty="0">
                <a:solidFill>
                  <a:schemeClr val="bg1"/>
                </a:solidFill>
              </a:rPr>
              <a:t>Dr. Preetam Ghosh</a:t>
            </a:r>
          </a:p>
          <a:p>
            <a:pPr algn="ctr"/>
            <a:r>
              <a:rPr lang="en-US" sz="2200" dirty="0">
                <a:solidFill>
                  <a:schemeClr val="bg1"/>
                </a:solidFill>
              </a:rPr>
              <a:t>Professor</a:t>
            </a:r>
          </a:p>
          <a:p>
            <a:pPr algn="ctr"/>
            <a:r>
              <a:rPr lang="en-US" sz="2200" dirty="0">
                <a:solidFill>
                  <a:schemeClr val="bg1"/>
                </a:solidFill>
              </a:rPr>
              <a:t>Department of Computer Science</a:t>
            </a:r>
          </a:p>
          <a:p>
            <a:pPr algn="ctr"/>
            <a:r>
              <a:rPr lang="en-US" sz="2200" dirty="0">
                <a:solidFill>
                  <a:schemeClr val="bg1"/>
                </a:solidFill>
              </a:rPr>
              <a:t>pghosh@vcu.edu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2188420"/>
          </a:xfrm>
          <a:prstGeom prst="rect">
            <a:avLst/>
          </a:prstGeom>
          <a:noFill/>
        </p:spPr>
        <p:txBody>
          <a:bodyPr wrap="square" lIns="457200" tIns="182880" rIns="457200" bIns="0" rtlCol="0">
            <a:spAutoFit/>
          </a:bodyPr>
          <a:lstStyle/>
          <a:p>
            <a:pPr>
              <a:spcAft>
                <a:spcPts val="1000"/>
              </a:spcAft>
            </a:pPr>
            <a:r>
              <a:rPr lang="en-US" dirty="0"/>
              <a:t>Java threads: Runnable interface</a:t>
            </a:r>
          </a:p>
          <a:p>
            <a:pPr marL="800100" lvl="1" indent="-342900">
              <a:spcAft>
                <a:spcPts val="1000"/>
              </a:spcAft>
              <a:buFont typeface="Arial" panose="020B0604020202020204" pitchFamily="34" charset="0"/>
              <a:buChar char="•"/>
            </a:pPr>
            <a:r>
              <a:rPr lang="en-US" dirty="0"/>
              <a:t>Provide a </a:t>
            </a:r>
            <a:r>
              <a:rPr lang="en-US" i="1" dirty="0"/>
              <a:t>Runnable</a:t>
            </a:r>
            <a:r>
              <a:rPr lang="en-US" dirty="0"/>
              <a:t> object. The Runnable interface defines a single method, </a:t>
            </a:r>
            <a:r>
              <a:rPr lang="en-US" i="1" dirty="0"/>
              <a:t>run</a:t>
            </a:r>
            <a:r>
              <a:rPr lang="en-US" dirty="0"/>
              <a:t>, meant to contain the code executed in the thread</a:t>
            </a:r>
          </a:p>
          <a:p>
            <a:pPr marL="800100" lvl="1" indent="-342900">
              <a:lnSpc>
                <a:spcPct val="150000"/>
              </a:lnSpc>
              <a:spcAft>
                <a:spcPts val="1000"/>
              </a:spcAft>
              <a:buFont typeface="Arial" panose="020B0604020202020204" pitchFamily="34" charset="0"/>
              <a:buChar char="•"/>
            </a:pPr>
            <a:r>
              <a:rPr lang="en-US" dirty="0"/>
              <a:t>The Runnable object is passed to the Thread constructor</a:t>
            </a:r>
          </a:p>
          <a:p>
            <a:pPr marL="800100" lvl="1" indent="-342900">
              <a:lnSpc>
                <a:spcPct val="150000"/>
              </a:lnSpc>
              <a:spcAft>
                <a:spcPts val="1000"/>
              </a:spcAft>
              <a:buFont typeface="Arial" panose="020B0604020202020204" pitchFamily="34" charset="0"/>
              <a:buChar char="•"/>
            </a:pPr>
            <a:r>
              <a:rPr lang="en-US" i="1" dirty="0"/>
              <a:t>start</a:t>
            </a:r>
            <a:r>
              <a:rPr lang="en-US" dirty="0"/>
              <a:t> and </a:t>
            </a:r>
            <a:r>
              <a:rPr lang="en-US" i="1" dirty="0"/>
              <a:t>join</a:t>
            </a:r>
            <a:r>
              <a:rPr lang="en-US" dirty="0"/>
              <a:t> control the beginning and end of the thread</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91FBDCF0-8BE6-4FEF-9AFE-6335E5A7ADAE}"/>
              </a:ext>
            </a:extLst>
          </p:cNvPr>
          <p:cNvSpPr/>
          <p:nvPr/>
        </p:nvSpPr>
        <p:spPr>
          <a:xfrm>
            <a:off x="925862" y="2840205"/>
            <a:ext cx="7292276" cy="21236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public class </a:t>
            </a:r>
            <a:r>
              <a:rPr lang="en-US" sz="1100" dirty="0" err="1">
                <a:latin typeface="Courier New" panose="02070309020205020404" pitchFamily="49" charset="0"/>
                <a:cs typeface="Courier New" panose="02070309020205020404" pitchFamily="49" charset="0"/>
              </a:rPr>
              <a:t>HelloRunnable</a:t>
            </a:r>
            <a:r>
              <a:rPr lang="en-US" sz="1100" dirty="0">
                <a:latin typeface="Courier New" panose="02070309020205020404" pitchFamily="49" charset="0"/>
                <a:cs typeface="Courier New" panose="02070309020205020404" pitchFamily="49" charset="0"/>
              </a:rPr>
              <a:t> implements Runnable {</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public void run() {</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System.out.println</a:t>
            </a:r>
            <a:r>
              <a:rPr lang="en-US" sz="1100" dirty="0">
                <a:latin typeface="Courier New" panose="02070309020205020404" pitchFamily="49" charset="0"/>
                <a:cs typeface="Courier New" panose="02070309020205020404" pitchFamily="49" charset="0"/>
              </a:rPr>
              <a:t>("Hello from a thread!");</a:t>
            </a:r>
          </a:p>
          <a:p>
            <a:r>
              <a:rPr lang="en-US" sz="1100" dirty="0">
                <a:latin typeface="Courier New" panose="02070309020205020404" pitchFamily="49" charset="0"/>
                <a:cs typeface="Courier New" panose="02070309020205020404" pitchFamily="49" charset="0"/>
              </a:rPr>
              <a:t>    }</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public static void main(String </a:t>
            </a:r>
            <a:r>
              <a:rPr lang="en-US" sz="1100" dirty="0" err="1">
                <a:latin typeface="Courier New" panose="02070309020205020404" pitchFamily="49" charset="0"/>
                <a:cs typeface="Courier New" panose="02070309020205020404" pitchFamily="49" charset="0"/>
              </a:rPr>
              <a:t>args</a:t>
            </a:r>
            <a:r>
              <a:rPr lang="en-US" sz="1100" dirty="0">
                <a:latin typeface="Courier New" panose="02070309020205020404" pitchFamily="49" charset="0"/>
                <a:cs typeface="Courier New" panose="02070309020205020404" pitchFamily="49" charset="0"/>
              </a:rPr>
              <a:t>[]) throws Exception {</a:t>
            </a:r>
          </a:p>
          <a:p>
            <a:r>
              <a:rPr lang="en-US" sz="1100" dirty="0">
                <a:latin typeface="Courier New" panose="02070309020205020404" pitchFamily="49" charset="0"/>
                <a:cs typeface="Courier New" panose="02070309020205020404" pitchFamily="49" charset="0"/>
              </a:rPr>
              <a:t>    	Thread t = new Thread(new </a:t>
            </a:r>
            <a:r>
              <a:rPr lang="en-US" sz="1100" dirty="0" err="1">
                <a:latin typeface="Courier New" panose="02070309020205020404" pitchFamily="49" charset="0"/>
                <a:cs typeface="Courier New" panose="02070309020205020404" pitchFamily="49" charset="0"/>
              </a:rPr>
              <a:t>HelloRunnable</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t.start</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t.join</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a:t>
            </a:r>
          </a:p>
        </p:txBody>
      </p:sp>
      <p:sp>
        <p:nvSpPr>
          <p:cNvPr id="6" name="TextBox 5">
            <a:extLst>
              <a:ext uri="{FF2B5EF4-FFF2-40B4-BE49-F238E27FC236}">
                <a16:creationId xmlns:a16="http://schemas.microsoft.com/office/drawing/2014/main" id="{E1D4A8F7-86C6-4A9E-9533-6B838F0122F6}"/>
              </a:ext>
            </a:extLst>
          </p:cNvPr>
          <p:cNvSpPr txBox="1"/>
          <p:nvPr/>
        </p:nvSpPr>
        <p:spPr>
          <a:xfrm>
            <a:off x="5296761" y="4593012"/>
            <a:ext cx="2921377" cy="369332"/>
          </a:xfrm>
          <a:prstGeom prst="rect">
            <a:avLst/>
          </a:prstGeom>
          <a:noFill/>
        </p:spPr>
        <p:txBody>
          <a:bodyPr wrap="none" rtlCol="0">
            <a:spAutoFit/>
          </a:bodyPr>
          <a:lstStyle/>
          <a:p>
            <a:r>
              <a:rPr lang="en-US" b="1" dirty="0"/>
              <a:t>Example: </a:t>
            </a:r>
            <a:r>
              <a:rPr lang="en-US" dirty="0"/>
              <a:t>HelloRunnable.java</a:t>
            </a:r>
          </a:p>
        </p:txBody>
      </p:sp>
    </p:spTree>
    <p:extLst>
      <p:ext uri="{BB962C8B-B14F-4D97-AF65-F5344CB8AC3E}">
        <p14:creationId xmlns:p14="http://schemas.microsoft.com/office/powerpoint/2010/main" val="3339673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1549142"/>
          </a:xfrm>
          <a:prstGeom prst="rect">
            <a:avLst/>
          </a:prstGeom>
          <a:noFill/>
        </p:spPr>
        <p:txBody>
          <a:bodyPr wrap="square" lIns="457200" tIns="182880" rIns="457200" bIns="0" rtlCol="0">
            <a:spAutoFit/>
          </a:bodyPr>
          <a:lstStyle/>
          <a:p>
            <a:pPr>
              <a:spcAft>
                <a:spcPts val="1000"/>
              </a:spcAft>
            </a:pPr>
            <a:r>
              <a:rPr lang="en-US" dirty="0"/>
              <a:t>Java threads: Thread class inheritance</a:t>
            </a:r>
          </a:p>
          <a:p>
            <a:pPr marL="800100" lvl="1" indent="-342900">
              <a:spcAft>
                <a:spcPts val="1000"/>
              </a:spcAft>
              <a:buFont typeface="Arial" panose="020B0604020202020204" pitchFamily="34" charset="0"/>
              <a:buChar char="•"/>
            </a:pPr>
            <a:r>
              <a:rPr lang="en-US" dirty="0"/>
              <a:t>The Thread class itself implements Runnable</a:t>
            </a:r>
          </a:p>
          <a:p>
            <a:pPr marL="800100" lvl="1" indent="-342900">
              <a:spcAft>
                <a:spcPts val="1000"/>
              </a:spcAft>
              <a:buFont typeface="Arial" panose="020B0604020202020204" pitchFamily="34" charset="0"/>
              <a:buChar char="•"/>
            </a:pPr>
            <a:r>
              <a:rPr lang="en-US" dirty="0"/>
              <a:t>An application can subclass Thread, providing its own implementation of the </a:t>
            </a:r>
            <a:r>
              <a:rPr lang="en-US" i="1" dirty="0"/>
              <a:t>run</a:t>
            </a:r>
            <a:r>
              <a:rPr lang="en-US" dirty="0"/>
              <a:t> method</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8" name="Rectangle 7">
            <a:extLst>
              <a:ext uri="{FF2B5EF4-FFF2-40B4-BE49-F238E27FC236}">
                <a16:creationId xmlns:a16="http://schemas.microsoft.com/office/drawing/2014/main" id="{5227472E-8B95-4C96-BD54-4E1BB33C738F}"/>
              </a:ext>
            </a:extLst>
          </p:cNvPr>
          <p:cNvSpPr/>
          <p:nvPr/>
        </p:nvSpPr>
        <p:spPr>
          <a:xfrm>
            <a:off x="925862" y="2327721"/>
            <a:ext cx="7292276" cy="21236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public class </a:t>
            </a:r>
            <a:r>
              <a:rPr lang="en-US" sz="1100" dirty="0" err="1">
                <a:latin typeface="Courier New" panose="02070309020205020404" pitchFamily="49" charset="0"/>
                <a:cs typeface="Courier New" panose="02070309020205020404" pitchFamily="49" charset="0"/>
              </a:rPr>
              <a:t>HelloThread</a:t>
            </a:r>
            <a:r>
              <a:rPr lang="en-US" sz="1100" dirty="0">
                <a:latin typeface="Courier New" panose="02070309020205020404" pitchFamily="49" charset="0"/>
                <a:cs typeface="Courier New" panose="02070309020205020404" pitchFamily="49" charset="0"/>
              </a:rPr>
              <a:t> extends Thread {</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public void run() {</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System.out.println</a:t>
            </a:r>
            <a:r>
              <a:rPr lang="en-US" sz="1100" dirty="0">
                <a:latin typeface="Courier New" panose="02070309020205020404" pitchFamily="49" charset="0"/>
                <a:cs typeface="Courier New" panose="02070309020205020404" pitchFamily="49" charset="0"/>
              </a:rPr>
              <a:t>("Hello from a thread!");</a:t>
            </a:r>
          </a:p>
          <a:p>
            <a:r>
              <a:rPr lang="en-US" sz="1100" dirty="0">
                <a:latin typeface="Courier New" panose="02070309020205020404" pitchFamily="49" charset="0"/>
                <a:cs typeface="Courier New" panose="02070309020205020404" pitchFamily="49" charset="0"/>
              </a:rPr>
              <a:t>    }</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public static void main(String </a:t>
            </a:r>
            <a:r>
              <a:rPr lang="en-US" sz="1100" dirty="0" err="1">
                <a:latin typeface="Courier New" panose="02070309020205020404" pitchFamily="49" charset="0"/>
                <a:cs typeface="Courier New" panose="02070309020205020404" pitchFamily="49" charset="0"/>
              </a:rPr>
              <a:t>args</a:t>
            </a:r>
            <a:r>
              <a:rPr lang="en-US" sz="1100" dirty="0">
                <a:latin typeface="Courier New" panose="02070309020205020404" pitchFamily="49" charset="0"/>
                <a:cs typeface="Courier New" panose="02070309020205020404" pitchFamily="49" charset="0"/>
              </a:rPr>
              <a:t>[]) throws Exception {</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HelloThread</a:t>
            </a:r>
            <a:r>
              <a:rPr lang="en-US" sz="1100" dirty="0">
                <a:latin typeface="Courier New" panose="02070309020205020404" pitchFamily="49" charset="0"/>
                <a:cs typeface="Courier New" panose="02070309020205020404" pitchFamily="49" charset="0"/>
              </a:rPr>
              <a:t> t = new </a:t>
            </a:r>
            <a:r>
              <a:rPr lang="en-US" sz="1100" dirty="0" err="1">
                <a:latin typeface="Courier New" panose="02070309020205020404" pitchFamily="49" charset="0"/>
                <a:cs typeface="Courier New" panose="02070309020205020404" pitchFamily="49" charset="0"/>
              </a:rPr>
              <a:t>HelloThread</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t.start</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t.join</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a:t>
            </a:r>
          </a:p>
        </p:txBody>
      </p:sp>
      <p:sp>
        <p:nvSpPr>
          <p:cNvPr id="12" name="TextBox 11">
            <a:extLst>
              <a:ext uri="{FF2B5EF4-FFF2-40B4-BE49-F238E27FC236}">
                <a16:creationId xmlns:a16="http://schemas.microsoft.com/office/drawing/2014/main" id="{6C798F00-5600-49BC-B263-6852F2483E63}"/>
              </a:ext>
            </a:extLst>
          </p:cNvPr>
          <p:cNvSpPr txBox="1"/>
          <p:nvPr/>
        </p:nvSpPr>
        <p:spPr>
          <a:xfrm>
            <a:off x="5529004" y="4080611"/>
            <a:ext cx="2689134" cy="369332"/>
          </a:xfrm>
          <a:prstGeom prst="rect">
            <a:avLst/>
          </a:prstGeom>
          <a:noFill/>
        </p:spPr>
        <p:txBody>
          <a:bodyPr wrap="none" rtlCol="0">
            <a:spAutoFit/>
          </a:bodyPr>
          <a:lstStyle/>
          <a:p>
            <a:r>
              <a:rPr lang="en-US" b="1" dirty="0"/>
              <a:t>Example: </a:t>
            </a:r>
            <a:r>
              <a:rPr lang="en-US" dirty="0"/>
              <a:t>HelloThread.java</a:t>
            </a:r>
          </a:p>
        </p:txBody>
      </p:sp>
    </p:spTree>
    <p:extLst>
      <p:ext uri="{BB962C8B-B14F-4D97-AF65-F5344CB8AC3E}">
        <p14:creationId xmlns:p14="http://schemas.microsoft.com/office/powerpoint/2010/main" val="144050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2742417"/>
          </a:xfrm>
          <a:prstGeom prst="rect">
            <a:avLst/>
          </a:prstGeom>
          <a:noFill/>
        </p:spPr>
        <p:txBody>
          <a:bodyPr wrap="square" lIns="457200" tIns="182880" rIns="457200" bIns="0" rtlCol="0">
            <a:spAutoFit/>
          </a:bodyPr>
          <a:lstStyle/>
          <a:p>
            <a:pPr>
              <a:spcAft>
                <a:spcPts val="1000"/>
              </a:spcAft>
            </a:pPr>
            <a:r>
              <a:rPr lang="en-US" dirty="0"/>
              <a:t>Thread priorities and scheduling</a:t>
            </a:r>
          </a:p>
          <a:p>
            <a:pPr marL="800100" lvl="1" indent="-342900">
              <a:spcAft>
                <a:spcPts val="1000"/>
              </a:spcAft>
              <a:buFont typeface="Arial" panose="020B0604020202020204" pitchFamily="34" charset="0"/>
              <a:buChar char="•"/>
            </a:pPr>
            <a:r>
              <a:rPr lang="en-US" dirty="0"/>
              <a:t>Threads have priority from 1 to 10</a:t>
            </a:r>
          </a:p>
          <a:p>
            <a:pPr marL="1257300" lvl="2" indent="-342900">
              <a:buFont typeface="Arial" panose="020B0604020202020204" pitchFamily="34" charset="0"/>
              <a:buChar char="•"/>
            </a:pPr>
            <a:r>
              <a:rPr lang="en-US" dirty="0" err="1"/>
              <a:t>Thread.MIN_PRIORITY</a:t>
            </a:r>
            <a:r>
              <a:rPr lang="en-US" dirty="0"/>
              <a:t>      		1</a:t>
            </a:r>
          </a:p>
          <a:p>
            <a:pPr marL="1257300" lvl="2" indent="-342900">
              <a:buFont typeface="Arial" panose="020B0604020202020204" pitchFamily="34" charset="0"/>
              <a:buChar char="•"/>
            </a:pPr>
            <a:r>
              <a:rPr lang="en-US" dirty="0" err="1"/>
              <a:t>Thread.NORM_PRIORITY</a:t>
            </a:r>
            <a:r>
              <a:rPr lang="en-US" dirty="0"/>
              <a:t>		5 (default)</a:t>
            </a:r>
          </a:p>
          <a:p>
            <a:pPr marL="1257300" lvl="2" indent="-342900">
              <a:buFont typeface="Arial" panose="020B0604020202020204" pitchFamily="34" charset="0"/>
              <a:buChar char="•"/>
            </a:pPr>
            <a:r>
              <a:rPr lang="en-US" dirty="0" err="1"/>
              <a:t>Thread.MAX_PRIORITY</a:t>
            </a:r>
            <a:r>
              <a:rPr lang="en-US" dirty="0"/>
              <a:t>		10</a:t>
            </a:r>
          </a:p>
          <a:p>
            <a:pPr marL="800100" lvl="1" indent="-342900">
              <a:lnSpc>
                <a:spcPct val="150000"/>
              </a:lnSpc>
              <a:spcAft>
                <a:spcPts val="1000"/>
              </a:spcAft>
              <a:buFont typeface="Arial" panose="020B0604020202020204" pitchFamily="34" charset="0"/>
              <a:buChar char="•"/>
            </a:pPr>
            <a:r>
              <a:rPr lang="en-US" dirty="0"/>
              <a:t>New threads inherit priority of thread that created it</a:t>
            </a:r>
          </a:p>
          <a:p>
            <a:pPr marL="800100" lvl="1" indent="-342900">
              <a:lnSpc>
                <a:spcPct val="150000"/>
              </a:lnSpc>
              <a:spcAft>
                <a:spcPts val="1000"/>
              </a:spcAft>
              <a:buFont typeface="Arial" panose="020B0604020202020204" pitchFamily="34" charset="0"/>
              <a:buChar char="•"/>
            </a:pPr>
            <a:endParaRPr lang="en-US"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14" name="Rectangle 13">
            <a:extLst>
              <a:ext uri="{FF2B5EF4-FFF2-40B4-BE49-F238E27FC236}">
                <a16:creationId xmlns:a16="http://schemas.microsoft.com/office/drawing/2014/main" id="{CAB50000-F758-4495-8D2A-0B52E427C9DB}"/>
              </a:ext>
            </a:extLst>
          </p:cNvPr>
          <p:cNvSpPr/>
          <p:nvPr/>
        </p:nvSpPr>
        <p:spPr>
          <a:xfrm>
            <a:off x="925862" y="2869490"/>
            <a:ext cx="7292276" cy="21236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  public void run(){  </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int</a:t>
            </a:r>
            <a:r>
              <a:rPr lang="en-US" sz="1100" dirty="0">
                <a:latin typeface="Courier New" panose="02070309020205020404" pitchFamily="49" charset="0"/>
                <a:cs typeface="Courier New" panose="02070309020205020404" pitchFamily="49" charset="0"/>
              </a:rPr>
              <a:t> priority = </a:t>
            </a:r>
            <a:r>
              <a:rPr lang="en-US" sz="1100" dirty="0" err="1">
                <a:latin typeface="Courier New" panose="02070309020205020404" pitchFamily="49" charset="0"/>
                <a:cs typeface="Courier New" panose="02070309020205020404" pitchFamily="49" charset="0"/>
              </a:rPr>
              <a:t>Thread.currentThread</a:t>
            </a:r>
            <a:r>
              <a:rPr lang="en-US" sz="1100" dirty="0">
                <a:latin typeface="Courier New" panose="02070309020205020404" pitchFamily="49" charset="0"/>
                <a:cs typeface="Courier New" panose="02070309020205020404" pitchFamily="49" charset="0"/>
              </a:rPr>
              <a:t>().</a:t>
            </a:r>
            <a:r>
              <a:rPr lang="en-US" sz="1100" dirty="0" err="1">
                <a:latin typeface="Courier New" panose="02070309020205020404" pitchFamily="49" charset="0"/>
                <a:cs typeface="Courier New" panose="02070309020205020404" pitchFamily="49" charset="0"/>
              </a:rPr>
              <a:t>getPriority</a:t>
            </a:r>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	</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public static void main(String </a:t>
            </a:r>
            <a:r>
              <a:rPr lang="en-US" sz="1100" dirty="0" err="1">
                <a:latin typeface="Courier New" panose="02070309020205020404" pitchFamily="49" charset="0"/>
                <a:cs typeface="Courier New" panose="02070309020205020404" pitchFamily="49" charset="0"/>
              </a:rPr>
              <a:t>args</a:t>
            </a:r>
            <a:r>
              <a:rPr lang="en-US" sz="1100" dirty="0">
                <a:latin typeface="Courier New" panose="02070309020205020404" pitchFamily="49" charset="0"/>
                <a:cs typeface="Courier New" panose="02070309020205020404" pitchFamily="49" charset="0"/>
              </a:rPr>
              <a:t>[]) throws Exception {  </a:t>
            </a:r>
          </a:p>
          <a:p>
            <a:r>
              <a:rPr lang="en-US" sz="1100" dirty="0">
                <a:latin typeface="Courier New" panose="02070309020205020404" pitchFamily="49" charset="0"/>
                <a:cs typeface="Courier New" panose="02070309020205020404" pitchFamily="49" charset="0"/>
              </a:rPr>
              <a:t>    Thread t1 = new Thread();  </a:t>
            </a:r>
          </a:p>
          <a:p>
            <a:r>
              <a:rPr lang="en-US" sz="1100" dirty="0">
                <a:latin typeface="Courier New" panose="02070309020205020404" pitchFamily="49" charset="0"/>
                <a:cs typeface="Courier New" panose="02070309020205020404" pitchFamily="49" charset="0"/>
              </a:rPr>
              <a:t>    Thread t2 = new Thread();  </a:t>
            </a:r>
          </a:p>
          <a:p>
            <a:r>
              <a:rPr lang="en-US" sz="1100" dirty="0">
                <a:latin typeface="Courier New" panose="02070309020205020404" pitchFamily="49" charset="0"/>
                <a:cs typeface="Courier New" panose="02070309020205020404" pitchFamily="49" charset="0"/>
              </a:rPr>
              <a:t>    t1.setPriority(</a:t>
            </a:r>
            <a:r>
              <a:rPr lang="en-US" sz="1100" dirty="0" err="1">
                <a:latin typeface="Courier New" panose="02070309020205020404" pitchFamily="49" charset="0"/>
                <a:cs typeface="Courier New" panose="02070309020205020404" pitchFamily="49" charset="0"/>
              </a:rPr>
              <a:t>Thread.MIN_PRIORITY</a:t>
            </a:r>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t2.setPriority(</a:t>
            </a:r>
            <a:r>
              <a:rPr lang="en-US" sz="1100" dirty="0" err="1">
                <a:latin typeface="Courier New" panose="02070309020205020404" pitchFamily="49" charset="0"/>
                <a:cs typeface="Courier New" panose="02070309020205020404" pitchFamily="49" charset="0"/>
              </a:rPr>
              <a:t>Thread.MAX_PRIORITY</a:t>
            </a:r>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t1.start();  </a:t>
            </a:r>
          </a:p>
          <a:p>
            <a:r>
              <a:rPr lang="en-US" sz="1100" dirty="0">
                <a:latin typeface="Courier New" panose="02070309020205020404" pitchFamily="49" charset="0"/>
                <a:cs typeface="Courier New" panose="02070309020205020404" pitchFamily="49" charset="0"/>
              </a:rPr>
              <a:t>    t2.start();</a:t>
            </a:r>
          </a:p>
          <a:p>
            <a:r>
              <a:rPr lang="en-US" sz="1100" dirty="0">
                <a:latin typeface="Courier New" panose="02070309020205020404" pitchFamily="49" charset="0"/>
                <a:cs typeface="Courier New" panose="02070309020205020404" pitchFamily="49" charset="0"/>
              </a:rPr>
              <a:t>  }</a:t>
            </a:r>
          </a:p>
        </p:txBody>
      </p:sp>
      <p:sp>
        <p:nvSpPr>
          <p:cNvPr id="16" name="TextBox 15">
            <a:extLst>
              <a:ext uri="{FF2B5EF4-FFF2-40B4-BE49-F238E27FC236}">
                <a16:creationId xmlns:a16="http://schemas.microsoft.com/office/drawing/2014/main" id="{14BA912B-3315-4261-9D30-031384386029}"/>
              </a:ext>
            </a:extLst>
          </p:cNvPr>
          <p:cNvSpPr txBox="1"/>
          <p:nvPr/>
        </p:nvSpPr>
        <p:spPr>
          <a:xfrm>
            <a:off x="5310851" y="4623816"/>
            <a:ext cx="2964081" cy="369332"/>
          </a:xfrm>
          <a:prstGeom prst="rect">
            <a:avLst/>
          </a:prstGeom>
          <a:noFill/>
        </p:spPr>
        <p:txBody>
          <a:bodyPr wrap="none" rtlCol="0">
            <a:spAutoFit/>
          </a:bodyPr>
          <a:lstStyle/>
          <a:p>
            <a:r>
              <a:rPr lang="en-US" b="1" dirty="0"/>
              <a:t>Example: </a:t>
            </a:r>
            <a:r>
              <a:rPr lang="en-US" dirty="0"/>
              <a:t>ThreadsPriority.java</a:t>
            </a:r>
          </a:p>
        </p:txBody>
      </p:sp>
    </p:spTree>
    <p:extLst>
      <p:ext uri="{BB962C8B-B14F-4D97-AF65-F5344CB8AC3E}">
        <p14:creationId xmlns:p14="http://schemas.microsoft.com/office/powerpoint/2010/main" val="3060053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1954381"/>
          </a:xfrm>
          <a:prstGeom prst="rect">
            <a:avLst/>
          </a:prstGeom>
          <a:noFill/>
        </p:spPr>
        <p:txBody>
          <a:bodyPr wrap="square" lIns="457200" tIns="182880" rIns="457200" bIns="0" rtlCol="0">
            <a:spAutoFit/>
          </a:bodyPr>
          <a:lstStyle/>
          <a:p>
            <a:pPr>
              <a:spcAft>
                <a:spcPts val="1000"/>
              </a:spcAft>
            </a:pPr>
            <a:r>
              <a:rPr lang="en-US" dirty="0"/>
              <a:t>Synchronized methods</a:t>
            </a:r>
          </a:p>
          <a:p>
            <a:pPr marL="800100" lvl="1" indent="-342900">
              <a:spcAft>
                <a:spcPts val="1000"/>
              </a:spcAft>
              <a:buFont typeface="Arial" panose="020B0604020202020204" pitchFamily="34" charset="0"/>
              <a:buChar char="•"/>
            </a:pPr>
            <a:r>
              <a:rPr lang="en-US" dirty="0"/>
              <a:t>Synchronized is used to lock an object for any shared resource</a:t>
            </a:r>
          </a:p>
          <a:p>
            <a:pPr marL="800100" lvl="1" indent="-342900">
              <a:spcAft>
                <a:spcPts val="1000"/>
              </a:spcAft>
              <a:buFont typeface="Arial" panose="020B0604020202020204" pitchFamily="34" charset="0"/>
              <a:buChar char="•"/>
            </a:pPr>
            <a:r>
              <a:rPr lang="en-US" dirty="0"/>
              <a:t>When a thread invokes a synchronized method, it automatically acquires the lock for that object and releases it when the thread completes its task</a:t>
            </a:r>
          </a:p>
          <a:p>
            <a:pPr marL="800100" lvl="1" indent="-342900">
              <a:spcAft>
                <a:spcPts val="1000"/>
              </a:spcAft>
              <a:buFont typeface="Arial" panose="020B0604020202020204" pitchFamily="34" charset="0"/>
              <a:buChar char="•"/>
            </a:pPr>
            <a:r>
              <a:rPr lang="en-US" dirty="0"/>
              <a:t>Also valid for </a:t>
            </a:r>
            <a:r>
              <a:rPr lang="en-US" b="1" dirty="0"/>
              <a:t>static</a:t>
            </a:r>
            <a:r>
              <a:rPr lang="en-US" dirty="0"/>
              <a:t> synchronized methods</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14" name="Rectangle 13">
            <a:extLst>
              <a:ext uri="{FF2B5EF4-FFF2-40B4-BE49-F238E27FC236}">
                <a16:creationId xmlns:a16="http://schemas.microsoft.com/office/drawing/2014/main" id="{CAB50000-F758-4495-8D2A-0B52E427C9DB}"/>
              </a:ext>
            </a:extLst>
          </p:cNvPr>
          <p:cNvSpPr/>
          <p:nvPr/>
        </p:nvSpPr>
        <p:spPr>
          <a:xfrm>
            <a:off x="925862" y="2778050"/>
            <a:ext cx="7292276" cy="195438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public class </a:t>
            </a:r>
            <a:r>
              <a:rPr lang="en-US" sz="1100" dirty="0" err="1">
                <a:latin typeface="Courier New" panose="02070309020205020404" pitchFamily="49" charset="0"/>
                <a:cs typeface="Courier New" panose="02070309020205020404" pitchFamily="49" charset="0"/>
              </a:rPr>
              <a:t>SynchronizedCounter</a:t>
            </a:r>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private int c = 0;</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public </a:t>
            </a:r>
            <a:r>
              <a:rPr lang="en-US" sz="1100" b="1" dirty="0">
                <a:latin typeface="Courier New" panose="02070309020205020404" pitchFamily="49" charset="0"/>
                <a:cs typeface="Courier New" panose="02070309020205020404" pitchFamily="49" charset="0"/>
              </a:rPr>
              <a:t>synchronized</a:t>
            </a:r>
            <a:r>
              <a:rPr lang="en-US" sz="1100" dirty="0">
                <a:latin typeface="Courier New" panose="02070309020205020404" pitchFamily="49" charset="0"/>
                <a:cs typeface="Courier New" panose="02070309020205020404" pitchFamily="49" charset="0"/>
              </a:rPr>
              <a:t> void increment() {</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c++</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public </a:t>
            </a:r>
            <a:r>
              <a:rPr lang="en-US" sz="1100" b="1" dirty="0">
                <a:latin typeface="Courier New" panose="02070309020205020404" pitchFamily="49" charset="0"/>
                <a:cs typeface="Courier New" panose="02070309020205020404" pitchFamily="49" charset="0"/>
              </a:rPr>
              <a:t>synchronized</a:t>
            </a:r>
            <a:r>
              <a:rPr lang="en-US" sz="1100" dirty="0">
                <a:latin typeface="Courier New" panose="02070309020205020404" pitchFamily="49" charset="0"/>
                <a:cs typeface="Courier New" panose="02070309020205020404" pitchFamily="49" charset="0"/>
              </a:rPr>
              <a:t> int value() {</a:t>
            </a:r>
          </a:p>
          <a:p>
            <a:r>
              <a:rPr lang="en-US" sz="1100" dirty="0">
                <a:latin typeface="Courier New" panose="02070309020205020404" pitchFamily="49" charset="0"/>
                <a:cs typeface="Courier New" panose="02070309020205020404" pitchFamily="49" charset="0"/>
              </a:rPr>
              <a:t>      return c;</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a:t>
            </a:r>
          </a:p>
        </p:txBody>
      </p:sp>
      <p:sp>
        <p:nvSpPr>
          <p:cNvPr id="16" name="TextBox 15">
            <a:extLst>
              <a:ext uri="{FF2B5EF4-FFF2-40B4-BE49-F238E27FC236}">
                <a16:creationId xmlns:a16="http://schemas.microsoft.com/office/drawing/2014/main" id="{14BA912B-3315-4261-9D30-031384386029}"/>
              </a:ext>
            </a:extLst>
          </p:cNvPr>
          <p:cNvSpPr txBox="1"/>
          <p:nvPr/>
        </p:nvSpPr>
        <p:spPr>
          <a:xfrm>
            <a:off x="4676527" y="4363099"/>
            <a:ext cx="3541611" cy="369332"/>
          </a:xfrm>
          <a:prstGeom prst="rect">
            <a:avLst/>
          </a:prstGeom>
          <a:noFill/>
        </p:spPr>
        <p:txBody>
          <a:bodyPr wrap="none" rtlCol="0">
            <a:spAutoFit/>
          </a:bodyPr>
          <a:lstStyle/>
          <a:p>
            <a:r>
              <a:rPr lang="en-US" sz="1800" b="1" dirty="0"/>
              <a:t>Example: </a:t>
            </a:r>
            <a:r>
              <a:rPr lang="en-US" sz="1800" dirty="0"/>
              <a:t>SynchronizedMethod.java</a:t>
            </a:r>
          </a:p>
        </p:txBody>
      </p:sp>
    </p:spTree>
    <p:extLst>
      <p:ext uri="{BB962C8B-B14F-4D97-AF65-F5344CB8AC3E}">
        <p14:creationId xmlns:p14="http://schemas.microsoft.com/office/powerpoint/2010/main" val="483393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3190617"/>
          </a:xfrm>
          <a:prstGeom prst="rect">
            <a:avLst/>
          </a:prstGeom>
          <a:noFill/>
        </p:spPr>
        <p:txBody>
          <a:bodyPr wrap="square" lIns="457200" tIns="182880" rIns="457200" bIns="0" rtlCol="0">
            <a:spAutoFit/>
          </a:bodyPr>
          <a:lstStyle/>
          <a:p>
            <a:pPr>
              <a:spcAft>
                <a:spcPts val="1000"/>
              </a:spcAft>
            </a:pPr>
            <a:r>
              <a:rPr lang="en-US" dirty="0"/>
              <a:t>Synchronized statements / blocks</a:t>
            </a:r>
          </a:p>
          <a:p>
            <a:pPr marL="800100" lvl="1" indent="-342900">
              <a:spcAft>
                <a:spcPts val="1000"/>
              </a:spcAft>
              <a:buFont typeface="Arial" panose="020B0604020202020204" pitchFamily="34" charset="0"/>
              <a:buChar char="•"/>
            </a:pPr>
            <a:r>
              <a:rPr lang="en-US" dirty="0"/>
              <a:t>Unlike synchronized methods, synchronized statements must specify the object that provides the intrinsic lock (monitor)</a:t>
            </a:r>
          </a:p>
          <a:p>
            <a:pPr marL="800100" lvl="1" indent="-342900">
              <a:spcAft>
                <a:spcPts val="1000"/>
              </a:spcAft>
              <a:buFont typeface="Arial" panose="020B0604020202020204" pitchFamily="34" charset="0"/>
              <a:buChar char="•"/>
            </a:pPr>
            <a:r>
              <a:rPr lang="en-US" dirty="0"/>
              <a:t>Synchronized block is </a:t>
            </a:r>
            <a:r>
              <a:rPr lang="en-US" b="1" dirty="0"/>
              <a:t>better</a:t>
            </a:r>
            <a:r>
              <a:rPr lang="en-US" dirty="0"/>
              <a:t> than synchronized method because by using synchronized block you </a:t>
            </a:r>
            <a:r>
              <a:rPr lang="en-US" b="1" dirty="0"/>
              <a:t>only</a:t>
            </a:r>
            <a:r>
              <a:rPr lang="en-US" dirty="0"/>
              <a:t> lock critical section and avoid locking the whole method which can possibly degrade the performance of the parallel application</a:t>
            </a:r>
          </a:p>
          <a:p>
            <a:pPr marL="800100" lvl="1" indent="-342900">
              <a:spcAft>
                <a:spcPts val="1000"/>
              </a:spcAft>
              <a:buFont typeface="Arial" panose="020B0604020202020204" pitchFamily="34" charset="0"/>
              <a:buChar char="•"/>
            </a:pPr>
            <a:r>
              <a:rPr lang="en-US" sz="1800" dirty="0"/>
              <a:t>It is even possible to use synchronized blocks inside a Lambda Expression as well as inside anonymous classes</a:t>
            </a:r>
          </a:p>
          <a:p>
            <a:pPr marL="800100" lvl="1" indent="-342900">
              <a:spcAft>
                <a:spcPts val="1000"/>
              </a:spcAft>
              <a:buFont typeface="Arial" panose="020B0604020202020204" pitchFamily="34" charset="0"/>
              <a:buChar char="•"/>
            </a:pPr>
            <a:endParaRPr lang="en-US" dirty="0"/>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14" name="Rectangle 13">
            <a:extLst>
              <a:ext uri="{FF2B5EF4-FFF2-40B4-BE49-F238E27FC236}">
                <a16:creationId xmlns:a16="http://schemas.microsoft.com/office/drawing/2014/main" id="{CAB50000-F758-4495-8D2A-0B52E427C9DB}"/>
              </a:ext>
            </a:extLst>
          </p:cNvPr>
          <p:cNvSpPr/>
          <p:nvPr/>
        </p:nvSpPr>
        <p:spPr>
          <a:xfrm>
            <a:off x="1047782" y="3361411"/>
            <a:ext cx="7292276" cy="161582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100" dirty="0">
                <a:latin typeface="Courier New" panose="02070309020205020404" pitchFamily="49" charset="0"/>
                <a:cs typeface="Courier New" panose="02070309020205020404" pitchFamily="49" charset="0"/>
              </a:rPr>
              <a:t>public class </a:t>
            </a:r>
            <a:r>
              <a:rPr lang="en-US" sz="1100" dirty="0" err="1">
                <a:latin typeface="Courier New" panose="02070309020205020404" pitchFamily="49" charset="0"/>
                <a:cs typeface="Courier New" panose="02070309020205020404" pitchFamily="49" charset="0"/>
              </a:rPr>
              <a:t>SynchronizedCounter</a:t>
            </a:r>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    private int c = 0;</a:t>
            </a:r>
          </a:p>
          <a:p>
            <a:endParaRPr lang="en-US" sz="1100" dirty="0">
              <a:latin typeface="Courier New" panose="02070309020205020404" pitchFamily="49" charset="0"/>
              <a:cs typeface="Courier New" panose="02070309020205020404" pitchFamily="49" charset="0"/>
            </a:endParaRPr>
          </a:p>
          <a:p>
            <a:r>
              <a:rPr lang="en-US" sz="1100" dirty="0">
                <a:latin typeface="Courier New" panose="02070309020205020404" pitchFamily="49" charset="0"/>
                <a:cs typeface="Courier New" panose="02070309020205020404" pitchFamily="49" charset="0"/>
              </a:rPr>
              <a:t>    public void increment() {</a:t>
            </a:r>
          </a:p>
          <a:p>
            <a:r>
              <a:rPr lang="en-US" sz="1100" dirty="0">
                <a:latin typeface="Courier New" panose="02070309020205020404" pitchFamily="49" charset="0"/>
                <a:cs typeface="Courier New" panose="02070309020205020404" pitchFamily="49" charset="0"/>
              </a:rPr>
              <a:t>      </a:t>
            </a:r>
            <a:r>
              <a:rPr lang="en-US" sz="1100" b="1" dirty="0">
                <a:latin typeface="Courier New" panose="02070309020205020404" pitchFamily="49" charset="0"/>
                <a:cs typeface="Courier New" panose="02070309020205020404" pitchFamily="49" charset="0"/>
              </a:rPr>
              <a:t>synchronized(this){</a:t>
            </a:r>
          </a:p>
          <a:p>
            <a:r>
              <a:rPr lang="en-US" sz="1100" dirty="0">
                <a:latin typeface="Courier New" panose="02070309020205020404" pitchFamily="49" charset="0"/>
                <a:cs typeface="Courier New" panose="02070309020205020404" pitchFamily="49" charset="0"/>
              </a:rPr>
              <a:t>        </a:t>
            </a:r>
            <a:r>
              <a:rPr lang="en-US" sz="1100" dirty="0" err="1">
                <a:latin typeface="Courier New" panose="02070309020205020404" pitchFamily="49" charset="0"/>
                <a:cs typeface="Courier New" panose="02070309020205020404" pitchFamily="49" charset="0"/>
              </a:rPr>
              <a:t>c++</a:t>
            </a:r>
            <a:r>
              <a:rPr lang="en-US" sz="1100"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r>
              <a:rPr lang="en-US" sz="1100" b="1" dirty="0">
                <a:latin typeface="Courier New" panose="02070309020205020404" pitchFamily="49" charset="0"/>
                <a:cs typeface="Courier New" panose="02070309020205020404" pitchFamily="49" charset="0"/>
              </a:rPr>
              <a:t>}</a:t>
            </a:r>
          </a:p>
          <a:p>
            <a:r>
              <a:rPr lang="en-US" sz="1100" dirty="0">
                <a:latin typeface="Courier New" panose="02070309020205020404" pitchFamily="49" charset="0"/>
                <a:cs typeface="Courier New" panose="02070309020205020404" pitchFamily="49" charset="0"/>
              </a:rPr>
              <a:t>    }</a:t>
            </a:r>
          </a:p>
          <a:p>
            <a:r>
              <a:rPr lang="en-US" sz="1100" dirty="0">
                <a:latin typeface="Courier New" panose="02070309020205020404" pitchFamily="49" charset="0"/>
                <a:cs typeface="Courier New" panose="02070309020205020404" pitchFamily="49" charset="0"/>
              </a:rPr>
              <a:t>}</a:t>
            </a:r>
          </a:p>
        </p:txBody>
      </p:sp>
      <p:sp>
        <p:nvSpPr>
          <p:cNvPr id="16" name="TextBox 15">
            <a:extLst>
              <a:ext uri="{FF2B5EF4-FFF2-40B4-BE49-F238E27FC236}">
                <a16:creationId xmlns:a16="http://schemas.microsoft.com/office/drawing/2014/main" id="{14BA912B-3315-4261-9D30-031384386029}"/>
              </a:ext>
            </a:extLst>
          </p:cNvPr>
          <p:cNvSpPr txBox="1"/>
          <p:nvPr/>
        </p:nvSpPr>
        <p:spPr>
          <a:xfrm>
            <a:off x="5050503" y="4607906"/>
            <a:ext cx="3289555" cy="369332"/>
          </a:xfrm>
          <a:prstGeom prst="rect">
            <a:avLst/>
          </a:prstGeom>
          <a:noFill/>
        </p:spPr>
        <p:txBody>
          <a:bodyPr wrap="none" rtlCol="0">
            <a:spAutoFit/>
          </a:bodyPr>
          <a:lstStyle/>
          <a:p>
            <a:r>
              <a:rPr lang="en-US" sz="1800" b="1" dirty="0"/>
              <a:t>Example: </a:t>
            </a:r>
            <a:r>
              <a:rPr lang="en-US" sz="1800" dirty="0"/>
              <a:t>SynchronizedBlock.java</a:t>
            </a:r>
          </a:p>
        </p:txBody>
      </p:sp>
    </p:spTree>
    <p:extLst>
      <p:ext uri="{BB962C8B-B14F-4D97-AF65-F5344CB8AC3E}">
        <p14:creationId xmlns:p14="http://schemas.microsoft.com/office/powerpoint/2010/main" val="3631883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406334"/>
          </a:xfrm>
          <a:prstGeom prst="rect">
            <a:avLst/>
          </a:prstGeom>
          <a:noFill/>
        </p:spPr>
        <p:txBody>
          <a:bodyPr wrap="square" lIns="457200" tIns="182880" rIns="457200" bIns="0" rtlCol="0">
            <a:spAutoFit/>
          </a:bodyPr>
          <a:lstStyle/>
          <a:p>
            <a:pPr>
              <a:spcAft>
                <a:spcPts val="1000"/>
              </a:spcAft>
            </a:pPr>
            <a:r>
              <a:rPr lang="en-US" dirty="0"/>
              <a:t>Atomic access</a:t>
            </a:r>
          </a:p>
          <a:p>
            <a:pPr marL="800100" lvl="1" indent="-342900">
              <a:spcAft>
                <a:spcPts val="1000"/>
              </a:spcAft>
              <a:buFont typeface="Arial" panose="020B0604020202020204" pitchFamily="34" charset="0"/>
              <a:buChar char="•"/>
            </a:pPr>
            <a:r>
              <a:rPr lang="en-US" dirty="0"/>
              <a:t>Package </a:t>
            </a:r>
            <a:r>
              <a:rPr lang="en-US" i="1" dirty="0" err="1"/>
              <a:t>java.util.concurrent.atomic</a:t>
            </a:r>
            <a:r>
              <a:rPr lang="en-US" dirty="0"/>
              <a:t> provides a small toolkit of classes that support lock-free thread-safe programming on variables</a:t>
            </a:r>
          </a:p>
          <a:p>
            <a:pPr marL="800100" lvl="1" indent="-342900">
              <a:spcAft>
                <a:spcPts val="1000"/>
              </a:spcAft>
              <a:buFont typeface="Arial" panose="020B0604020202020204" pitchFamily="34" charset="0"/>
              <a:buChar char="•"/>
            </a:pPr>
            <a:r>
              <a:rPr lang="en-US" dirty="0"/>
              <a:t>Examples: </a:t>
            </a:r>
            <a:r>
              <a:rPr lang="en-US" dirty="0" err="1"/>
              <a:t>AtomicInteger</a:t>
            </a:r>
            <a:r>
              <a:rPr lang="en-US" dirty="0"/>
              <a:t>, </a:t>
            </a:r>
            <a:r>
              <a:rPr lang="en-US" dirty="0" err="1"/>
              <a:t>AtomicReference</a:t>
            </a:r>
            <a:r>
              <a:rPr lang="en-US" dirty="0"/>
              <a:t>&lt;V&gt;</a:t>
            </a:r>
          </a:p>
          <a:p>
            <a:pPr lvl="1"/>
            <a:endParaRPr lang="en-US" dirty="0"/>
          </a:p>
          <a:p>
            <a:pPr>
              <a:spcAft>
                <a:spcPts val="1000"/>
              </a:spcAft>
            </a:pPr>
            <a:r>
              <a:rPr lang="en-US" i="1" dirty="0"/>
              <a:t>volatile</a:t>
            </a:r>
            <a:r>
              <a:rPr lang="en-US" dirty="0"/>
              <a:t> keyword</a:t>
            </a:r>
          </a:p>
          <a:p>
            <a:pPr marL="800100" lvl="1" indent="-342900">
              <a:spcAft>
                <a:spcPts val="1000"/>
              </a:spcAft>
              <a:buFont typeface="Arial" panose="020B0604020202020204" pitchFamily="34" charset="0"/>
              <a:buChar char="•"/>
            </a:pPr>
            <a:r>
              <a:rPr lang="en-US" dirty="0"/>
              <a:t>Used to indicate that a variable's value will be modified by threads</a:t>
            </a:r>
          </a:p>
          <a:p>
            <a:pPr marL="800100" lvl="1" indent="-342900">
              <a:spcAft>
                <a:spcPts val="1000"/>
              </a:spcAft>
              <a:buFont typeface="Arial" panose="020B0604020202020204" pitchFamily="34" charset="0"/>
              <a:buChar char="•"/>
            </a:pPr>
            <a:r>
              <a:rPr lang="en-US" dirty="0"/>
              <a:t>The value of this variable will never be cached thread-locally</a:t>
            </a:r>
          </a:p>
          <a:p>
            <a:pPr marL="800100" lvl="1" indent="-342900">
              <a:spcAft>
                <a:spcPts val="1000"/>
              </a:spcAft>
              <a:buFont typeface="Arial" panose="020B0604020202020204" pitchFamily="34" charset="0"/>
              <a:buChar char="•"/>
            </a:pPr>
            <a:r>
              <a:rPr lang="en-US" dirty="0"/>
              <a:t>In case only one thread reads and writes the value of a volatile variable and other threads only read the variable, then the reading threads are guaranteed to see the latest value of the volatile variable (1 Write, Many Read, </a:t>
            </a:r>
            <a:r>
              <a:rPr lang="en-US" b="1" dirty="0"/>
              <a:t>OK</a:t>
            </a:r>
            <a:r>
              <a:rPr lang="en-US" dirty="0"/>
              <a:t>)</a:t>
            </a:r>
          </a:p>
          <a:p>
            <a:pPr marL="800100" lvl="1" indent="-342900">
              <a:spcAft>
                <a:spcPts val="1000"/>
              </a:spcAft>
              <a:buFont typeface="Arial" panose="020B0604020202020204" pitchFamily="34" charset="0"/>
              <a:buChar char="•"/>
            </a:pPr>
            <a:r>
              <a:rPr lang="en-US" dirty="0"/>
              <a:t>Does </a:t>
            </a:r>
            <a:r>
              <a:rPr lang="en-US" b="1" dirty="0"/>
              <a:t>NOT</a:t>
            </a:r>
            <a:r>
              <a:rPr lang="en-US" dirty="0"/>
              <a:t> protect from race conditions (when multiple threads </a:t>
            </a:r>
            <a:r>
              <a:rPr lang="en-US" b="1" dirty="0"/>
              <a:t>write</a:t>
            </a:r>
            <a:r>
              <a:rPr lang="en-US" dirty="0"/>
              <a:t>)</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11" name="TextBox 10">
            <a:extLst>
              <a:ext uri="{FF2B5EF4-FFF2-40B4-BE49-F238E27FC236}">
                <a16:creationId xmlns:a16="http://schemas.microsoft.com/office/drawing/2014/main" id="{AD5EA51A-7E9E-4A7E-8D8E-FE1A857E25CA}"/>
              </a:ext>
            </a:extLst>
          </p:cNvPr>
          <p:cNvSpPr txBox="1"/>
          <p:nvPr/>
        </p:nvSpPr>
        <p:spPr>
          <a:xfrm>
            <a:off x="5974080" y="1644610"/>
            <a:ext cx="3169920" cy="923330"/>
          </a:xfrm>
          <a:prstGeom prst="rect">
            <a:avLst/>
          </a:prstGeom>
          <a:noFill/>
        </p:spPr>
        <p:txBody>
          <a:bodyPr wrap="square">
            <a:spAutoFit/>
          </a:bodyPr>
          <a:lstStyle/>
          <a:p>
            <a:r>
              <a:rPr lang="en-US" sz="1800" b="1" dirty="0"/>
              <a:t>Examples: </a:t>
            </a:r>
            <a:r>
              <a:rPr lang="en-US" sz="1800" dirty="0"/>
              <a:t>AtomicIntegerExample.java and AtomicReferenceExample.java</a:t>
            </a:r>
          </a:p>
        </p:txBody>
      </p:sp>
    </p:spTree>
    <p:extLst>
      <p:ext uri="{BB962C8B-B14F-4D97-AF65-F5344CB8AC3E}">
        <p14:creationId xmlns:p14="http://schemas.microsoft.com/office/powerpoint/2010/main" val="1795101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2380139"/>
          </a:xfrm>
          <a:prstGeom prst="rect">
            <a:avLst/>
          </a:prstGeom>
          <a:noFill/>
        </p:spPr>
        <p:txBody>
          <a:bodyPr wrap="square" lIns="457200" tIns="182880" rIns="457200" bIns="0" rtlCol="0">
            <a:spAutoFit/>
          </a:bodyPr>
          <a:lstStyle/>
          <a:p>
            <a:pPr>
              <a:spcAft>
                <a:spcPts val="1000"/>
              </a:spcAft>
            </a:pPr>
            <a:r>
              <a:rPr lang="en-US" dirty="0"/>
              <a:t>Locks</a:t>
            </a:r>
          </a:p>
          <a:p>
            <a:pPr marL="800100" lvl="1" indent="-342900">
              <a:spcAft>
                <a:spcPts val="1000"/>
              </a:spcAft>
              <a:buFont typeface="Arial" panose="020B0604020202020204" pitchFamily="34" charset="0"/>
              <a:buChar char="•"/>
            </a:pPr>
            <a:r>
              <a:rPr lang="en-US" i="1" dirty="0" err="1"/>
              <a:t>Java.util.concurrent.locks.Lock</a:t>
            </a:r>
            <a:r>
              <a:rPr lang="en-US" dirty="0"/>
              <a:t> is a thread synchronization mechanism = synchronized blocks</a:t>
            </a:r>
          </a:p>
          <a:p>
            <a:pPr marL="800100" lvl="1" indent="-342900">
              <a:spcAft>
                <a:spcPts val="1000"/>
              </a:spcAft>
              <a:buFont typeface="Arial" panose="020B0604020202020204" pitchFamily="34" charset="0"/>
              <a:buChar char="•"/>
            </a:pPr>
            <a:r>
              <a:rPr lang="en-US" dirty="0"/>
              <a:t>First a Lock is created. Then it’s lock() method is called and the Lock instance is locked. Any other thread calling lock() will be blocked until the thread that locked the lock calls unlock(). Finally unlock() is called, and the Lock is now unlocked so other threads can lock it</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9315C54A-7030-4921-A6E5-8D3B3B9AB8CC}"/>
              </a:ext>
            </a:extLst>
          </p:cNvPr>
          <p:cNvSpPr/>
          <p:nvPr/>
        </p:nvSpPr>
        <p:spPr>
          <a:xfrm>
            <a:off x="1263109" y="2934780"/>
            <a:ext cx="7292276" cy="19389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latin typeface="Courier New" panose="02070309020205020404" pitchFamily="49" charset="0"/>
                <a:cs typeface="Courier New" panose="02070309020205020404" pitchFamily="49" charset="0"/>
              </a:rPr>
              <a:t>private </a:t>
            </a:r>
            <a:r>
              <a:rPr lang="en-US" sz="1200" dirty="0" err="1">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c = 0;</a:t>
            </a:r>
          </a:p>
          <a:p>
            <a:r>
              <a:rPr lang="en-US" sz="1200" dirty="0">
                <a:latin typeface="Courier New" panose="02070309020205020404" pitchFamily="49" charset="0"/>
                <a:cs typeface="Courier New" panose="02070309020205020404" pitchFamily="49" charset="0"/>
              </a:rPr>
              <a:t>private Lock </a:t>
            </a:r>
            <a:r>
              <a:rPr lang="en-US" sz="1200" dirty="0" err="1">
                <a:latin typeface="Courier New" panose="02070309020205020404" pitchFamily="49" charset="0"/>
                <a:cs typeface="Courier New" panose="02070309020205020404" pitchFamily="49" charset="0"/>
              </a:rPr>
              <a:t>lock</a:t>
            </a:r>
            <a:r>
              <a:rPr lang="en-US" sz="1200" dirty="0">
                <a:latin typeface="Courier New" panose="02070309020205020404" pitchFamily="49" charset="0"/>
                <a:cs typeface="Courier New" panose="02070309020205020404" pitchFamily="49" charset="0"/>
              </a:rPr>
              <a:t> = new </a:t>
            </a:r>
            <a:r>
              <a:rPr lang="en-US" sz="1200" dirty="0" err="1">
                <a:latin typeface="Courier New" panose="02070309020205020404" pitchFamily="49" charset="0"/>
                <a:cs typeface="Courier New" panose="02070309020205020404" pitchFamily="49" charset="0"/>
              </a:rPr>
              <a:t>ReentrantLock</a:t>
            </a:r>
            <a:r>
              <a:rPr lang="en-US" sz="1200" dirty="0">
                <a:latin typeface="Courier New" panose="02070309020205020404" pitchFamily="49" charset="0"/>
                <a:cs typeface="Courier New" panose="02070309020205020404" pitchFamily="49" charset="0"/>
              </a:rPr>
              <a:t>();</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public void increment()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lock.lock</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lock.unlock</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public int value() { return c; }</a:t>
            </a:r>
          </a:p>
        </p:txBody>
      </p:sp>
      <p:sp>
        <p:nvSpPr>
          <p:cNvPr id="6" name="TextBox 5">
            <a:extLst>
              <a:ext uri="{FF2B5EF4-FFF2-40B4-BE49-F238E27FC236}">
                <a16:creationId xmlns:a16="http://schemas.microsoft.com/office/drawing/2014/main" id="{F27F1F18-D875-48B0-884E-F2B8C2851FD3}"/>
              </a:ext>
            </a:extLst>
          </p:cNvPr>
          <p:cNvSpPr txBox="1"/>
          <p:nvPr/>
        </p:nvSpPr>
        <p:spPr>
          <a:xfrm>
            <a:off x="5857402" y="4501634"/>
            <a:ext cx="2697983" cy="369332"/>
          </a:xfrm>
          <a:prstGeom prst="rect">
            <a:avLst/>
          </a:prstGeom>
          <a:noFill/>
        </p:spPr>
        <p:txBody>
          <a:bodyPr wrap="none" rtlCol="0">
            <a:spAutoFit/>
          </a:bodyPr>
          <a:lstStyle/>
          <a:p>
            <a:r>
              <a:rPr lang="en-US" b="1" dirty="0"/>
              <a:t>Example: </a:t>
            </a:r>
            <a:r>
              <a:rPr lang="en-US" dirty="0"/>
              <a:t>LockCounter.java</a:t>
            </a:r>
          </a:p>
        </p:txBody>
      </p:sp>
    </p:spTree>
    <p:extLst>
      <p:ext uri="{BB962C8B-B14F-4D97-AF65-F5344CB8AC3E}">
        <p14:creationId xmlns:p14="http://schemas.microsoft.com/office/powerpoint/2010/main" val="1893164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2231380"/>
          </a:xfrm>
          <a:prstGeom prst="rect">
            <a:avLst/>
          </a:prstGeom>
          <a:noFill/>
        </p:spPr>
        <p:txBody>
          <a:bodyPr wrap="square" lIns="457200" tIns="182880" rIns="457200" bIns="0" rtlCol="0">
            <a:spAutoFit/>
          </a:bodyPr>
          <a:lstStyle/>
          <a:p>
            <a:pPr>
              <a:spcAft>
                <a:spcPts val="1000"/>
              </a:spcAft>
            </a:pPr>
            <a:r>
              <a:rPr lang="en-US" dirty="0"/>
              <a:t>Semaphores</a:t>
            </a:r>
          </a:p>
          <a:p>
            <a:pPr marL="800100" lvl="1" indent="-342900">
              <a:spcAft>
                <a:spcPts val="1000"/>
              </a:spcAft>
              <a:buFont typeface="Arial" panose="020B0604020202020204" pitchFamily="34" charset="0"/>
              <a:buChar char="•"/>
            </a:pPr>
            <a:r>
              <a:rPr lang="en-US" dirty="0"/>
              <a:t>A Semaphore is a thread synchronization construct that can be used either to send signals between threads to avoid missed signals, or to guard a critical section like a lock</a:t>
            </a:r>
          </a:p>
          <a:p>
            <a:pPr marL="800100" lvl="1" indent="-342900">
              <a:spcAft>
                <a:spcPts val="1000"/>
              </a:spcAft>
              <a:buFont typeface="Arial" panose="020B0604020202020204" pitchFamily="34" charset="0"/>
              <a:buChar char="•"/>
            </a:pPr>
            <a:r>
              <a:rPr lang="en-US" dirty="0"/>
              <a:t>Binary or counter semaphores</a:t>
            </a:r>
          </a:p>
          <a:p>
            <a:pPr marL="800100" lvl="1" indent="-342900">
              <a:spcAft>
                <a:spcPts val="1000"/>
              </a:spcAft>
              <a:buFont typeface="Arial" panose="020B0604020202020204" pitchFamily="34" charset="0"/>
              <a:buChar char="•"/>
            </a:pPr>
            <a:r>
              <a:rPr lang="en-US" i="1" dirty="0"/>
              <a:t>acquire</a:t>
            </a:r>
            <a:r>
              <a:rPr lang="en-US" dirty="0"/>
              <a:t> and </a:t>
            </a:r>
            <a:r>
              <a:rPr lang="en-US" i="1" dirty="0"/>
              <a:t>release</a:t>
            </a:r>
            <a:r>
              <a:rPr lang="en-US" dirty="0"/>
              <a:t> methods control the signaling</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9315C54A-7030-4921-A6E5-8D3B3B9AB8CC}"/>
              </a:ext>
            </a:extLst>
          </p:cNvPr>
          <p:cNvSpPr/>
          <p:nvPr/>
        </p:nvSpPr>
        <p:spPr>
          <a:xfrm>
            <a:off x="1263109" y="2934780"/>
            <a:ext cx="7292276" cy="19389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latin typeface="Courier New" panose="02070309020205020404" pitchFamily="49" charset="0"/>
                <a:cs typeface="Courier New" panose="02070309020205020404" pitchFamily="49" charset="0"/>
              </a:rPr>
              <a:t>private int c = 0;</a:t>
            </a:r>
          </a:p>
          <a:p>
            <a:r>
              <a:rPr lang="en-US" sz="1200" dirty="0">
                <a:latin typeface="Courier New" panose="02070309020205020404" pitchFamily="49" charset="0"/>
                <a:cs typeface="Courier New" panose="02070309020205020404" pitchFamily="49" charset="0"/>
              </a:rPr>
              <a:t>private Semaphore </a:t>
            </a:r>
            <a:r>
              <a:rPr lang="en-US" sz="1200" dirty="0" err="1">
                <a:latin typeface="Courier New" panose="02070309020205020404" pitchFamily="49" charset="0"/>
                <a:cs typeface="Courier New" panose="02070309020205020404" pitchFamily="49" charset="0"/>
              </a:rPr>
              <a:t>semaphore</a:t>
            </a:r>
            <a:r>
              <a:rPr lang="en-US" sz="1200" dirty="0">
                <a:latin typeface="Courier New" panose="02070309020205020404" pitchFamily="49" charset="0"/>
                <a:cs typeface="Courier New" panose="02070309020205020404" pitchFamily="49" charset="0"/>
              </a:rPr>
              <a:t> = new Semaphore(1);</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public void increment() {</a:t>
            </a:r>
          </a:p>
          <a:p>
            <a:r>
              <a:rPr lang="en-US" sz="1200" dirty="0">
                <a:latin typeface="Courier New" panose="02070309020205020404" pitchFamily="49" charset="0"/>
                <a:cs typeface="Courier New" panose="02070309020205020404" pitchFamily="49" charset="0"/>
              </a:rPr>
              <a:t>  try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semaphore.acquire</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c++</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semaphore.release</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 catch (Exception e) { … }</a:t>
            </a:r>
          </a:p>
          <a:p>
            <a:r>
              <a:rPr lang="en-US" sz="1200" dirty="0">
                <a:latin typeface="Courier New" panose="02070309020205020404" pitchFamily="49" charset="0"/>
                <a:cs typeface="Courier New" panose="02070309020205020404" pitchFamily="49" charset="0"/>
              </a:rPr>
              <a:t>}</a:t>
            </a:r>
          </a:p>
        </p:txBody>
      </p:sp>
      <p:sp>
        <p:nvSpPr>
          <p:cNvPr id="6" name="TextBox 5">
            <a:extLst>
              <a:ext uri="{FF2B5EF4-FFF2-40B4-BE49-F238E27FC236}">
                <a16:creationId xmlns:a16="http://schemas.microsoft.com/office/drawing/2014/main" id="{F27F1F18-D875-48B0-884E-F2B8C2851FD3}"/>
              </a:ext>
            </a:extLst>
          </p:cNvPr>
          <p:cNvSpPr txBox="1"/>
          <p:nvPr/>
        </p:nvSpPr>
        <p:spPr>
          <a:xfrm>
            <a:off x="4848921" y="3904276"/>
            <a:ext cx="3706464" cy="923330"/>
          </a:xfrm>
          <a:prstGeom prst="rect">
            <a:avLst/>
          </a:prstGeom>
          <a:noFill/>
        </p:spPr>
        <p:txBody>
          <a:bodyPr wrap="none" rtlCol="0">
            <a:spAutoFit/>
          </a:bodyPr>
          <a:lstStyle/>
          <a:p>
            <a:pPr algn="r"/>
            <a:r>
              <a:rPr lang="en-US" sz="1800" b="1" dirty="0"/>
              <a:t>Examples:     </a:t>
            </a:r>
            <a:r>
              <a:rPr lang="en-US" sz="1800" dirty="0"/>
              <a:t>SemaphoreCounter.java </a:t>
            </a:r>
          </a:p>
          <a:p>
            <a:pPr algn="r"/>
            <a:r>
              <a:rPr lang="en-US" sz="1800" dirty="0"/>
              <a:t>Which is faster?</a:t>
            </a:r>
          </a:p>
          <a:p>
            <a:pPr algn="r"/>
            <a:r>
              <a:rPr lang="en-US" sz="1800" dirty="0"/>
              <a:t>SynchronizationPerformance.java</a:t>
            </a:r>
          </a:p>
        </p:txBody>
      </p:sp>
    </p:spTree>
    <p:extLst>
      <p:ext uri="{BB962C8B-B14F-4D97-AF65-F5344CB8AC3E}">
        <p14:creationId xmlns:p14="http://schemas.microsoft.com/office/powerpoint/2010/main" val="1957642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1964640"/>
          </a:xfrm>
          <a:prstGeom prst="rect">
            <a:avLst/>
          </a:prstGeom>
          <a:noFill/>
        </p:spPr>
        <p:txBody>
          <a:bodyPr wrap="square" lIns="457200" tIns="182880" rIns="457200" bIns="0" rtlCol="0">
            <a:spAutoFit/>
          </a:bodyPr>
          <a:lstStyle/>
          <a:p>
            <a:pPr>
              <a:spcAft>
                <a:spcPts val="1000"/>
              </a:spcAft>
            </a:pPr>
            <a:r>
              <a:rPr lang="en-US" dirty="0"/>
              <a:t>Thread Pools</a:t>
            </a:r>
          </a:p>
          <a:p>
            <a:pPr marL="800100" lvl="1" indent="-342900">
              <a:lnSpc>
                <a:spcPct val="150000"/>
              </a:lnSpc>
              <a:spcAft>
                <a:spcPts val="1000"/>
              </a:spcAft>
              <a:buFont typeface="Arial" panose="020B0604020202020204" pitchFamily="34" charset="0"/>
              <a:buChar char="•"/>
            </a:pPr>
            <a:r>
              <a:rPr lang="en-US" dirty="0"/>
              <a:t>Useful when you need to limit the number of threads running</a:t>
            </a:r>
          </a:p>
          <a:p>
            <a:pPr marL="800100" lvl="1" indent="-342900">
              <a:spcAft>
                <a:spcPts val="1000"/>
              </a:spcAft>
              <a:buFont typeface="Arial" panose="020B0604020202020204" pitchFamily="34" charset="0"/>
              <a:buChar char="•"/>
            </a:pPr>
            <a:r>
              <a:rPr lang="en-US" dirty="0"/>
              <a:t>Instead of starting a new thread for every task to execute concurrently, the task is passed to a pool. As soon as the pool has any idle threads the task is assigned to one of them and executed.</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9315C54A-7030-4921-A6E5-8D3B3B9AB8CC}"/>
              </a:ext>
            </a:extLst>
          </p:cNvPr>
          <p:cNvSpPr/>
          <p:nvPr/>
        </p:nvSpPr>
        <p:spPr>
          <a:xfrm>
            <a:off x="1263109" y="2934780"/>
            <a:ext cx="7292276"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err="1">
                <a:latin typeface="Courier New" panose="02070309020205020404" pitchFamily="49" charset="0"/>
                <a:cs typeface="Courier New" panose="02070309020205020404" pitchFamily="49" charset="0"/>
              </a:rPr>
              <a:t>ExecutorService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executorService</a:t>
            </a:r>
            <a:r>
              <a:rPr lang="en-US" sz="1200" dirty="0">
                <a:latin typeface="Courier New" panose="02070309020205020404" pitchFamily="49" charset="0"/>
                <a:cs typeface="Courier New" panose="02070309020205020404" pitchFamily="49" charset="0"/>
              </a:rPr>
              <a:t> = </a:t>
            </a:r>
            <a:r>
              <a:rPr lang="en-US" sz="1200" dirty="0" err="1">
                <a:latin typeface="Courier New" panose="02070309020205020404" pitchFamily="49" charset="0"/>
                <a:cs typeface="Courier New" panose="02070309020205020404" pitchFamily="49" charset="0"/>
              </a:rPr>
              <a:t>Executors.newFixedThreadPool</a:t>
            </a:r>
            <a:r>
              <a:rPr lang="en-US" sz="1200" dirty="0">
                <a:latin typeface="Courier New" panose="02070309020205020404" pitchFamily="49" charset="0"/>
                <a:cs typeface="Courier New" panose="02070309020205020404" pitchFamily="49" charset="0"/>
              </a:rPr>
              <a:t>(10);</a:t>
            </a:r>
          </a:p>
          <a:p>
            <a:endParaRPr lang="en-US" sz="1200" dirty="0">
              <a:latin typeface="Courier New" panose="02070309020205020404" pitchFamily="49" charset="0"/>
              <a:cs typeface="Courier New" panose="02070309020205020404" pitchFamily="49" charset="0"/>
            </a:endParaRPr>
          </a:p>
          <a:p>
            <a:r>
              <a:rPr lang="en-US" sz="1200" dirty="0" err="1">
                <a:latin typeface="Courier New" panose="02070309020205020404" pitchFamily="49" charset="0"/>
                <a:cs typeface="Courier New" panose="02070309020205020404" pitchFamily="49" charset="0"/>
              </a:rPr>
              <a:t>executorService.execute</a:t>
            </a:r>
            <a:r>
              <a:rPr lang="en-US" sz="1200" dirty="0">
                <a:latin typeface="Courier New" panose="02070309020205020404" pitchFamily="49" charset="0"/>
                <a:cs typeface="Courier New" panose="02070309020205020404" pitchFamily="49" charset="0"/>
              </a:rPr>
              <a:t>(new Runnable() {</a:t>
            </a:r>
          </a:p>
          <a:p>
            <a:r>
              <a:rPr lang="en-US" sz="1200" dirty="0">
                <a:latin typeface="Courier New" panose="02070309020205020404" pitchFamily="49" charset="0"/>
                <a:cs typeface="Courier New" panose="02070309020205020404" pitchFamily="49" charset="0"/>
              </a:rPr>
              <a:t>    public void run()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System.out.println</a:t>
            </a:r>
            <a:r>
              <a:rPr lang="en-US" sz="1200" dirty="0">
                <a:latin typeface="Courier New" panose="02070309020205020404" pitchFamily="49" charset="0"/>
                <a:cs typeface="Courier New" panose="02070309020205020404" pitchFamily="49" charset="0"/>
              </a:rPr>
              <a:t>("Asynchronous task");</a:t>
            </a:r>
          </a:p>
          <a:p>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a:t>
            </a:r>
          </a:p>
          <a:p>
            <a:endParaRPr lang="en-US" sz="1200" dirty="0">
              <a:latin typeface="Courier New" panose="02070309020205020404" pitchFamily="49" charset="0"/>
              <a:cs typeface="Courier New" panose="02070309020205020404" pitchFamily="49" charset="0"/>
            </a:endParaRPr>
          </a:p>
          <a:p>
            <a:r>
              <a:rPr lang="en-US" sz="1200" dirty="0" err="1">
                <a:latin typeface="Courier New" panose="02070309020205020404" pitchFamily="49" charset="0"/>
                <a:cs typeface="Courier New" panose="02070309020205020404" pitchFamily="49" charset="0"/>
              </a:rPr>
              <a:t>executorService.shutdown</a:t>
            </a:r>
            <a:r>
              <a:rPr lang="en-US" sz="1200" dirty="0">
                <a:latin typeface="Courier New" panose="02070309020205020404" pitchFamily="49" charset="0"/>
                <a:cs typeface="Courier New" panose="02070309020205020404" pitchFamily="49" charset="0"/>
              </a:rPr>
              <a:t>();</a:t>
            </a:r>
          </a:p>
        </p:txBody>
      </p:sp>
      <p:sp>
        <p:nvSpPr>
          <p:cNvPr id="8" name="TextBox 7">
            <a:extLst>
              <a:ext uri="{FF2B5EF4-FFF2-40B4-BE49-F238E27FC236}">
                <a16:creationId xmlns:a16="http://schemas.microsoft.com/office/drawing/2014/main" id="{C7E4EF7F-D91C-440F-9A56-F46864BBB758}"/>
              </a:ext>
            </a:extLst>
          </p:cNvPr>
          <p:cNvSpPr txBox="1"/>
          <p:nvPr/>
        </p:nvSpPr>
        <p:spPr>
          <a:xfrm>
            <a:off x="5943003" y="4326033"/>
            <a:ext cx="2612382" cy="369332"/>
          </a:xfrm>
          <a:prstGeom prst="rect">
            <a:avLst/>
          </a:prstGeom>
          <a:noFill/>
        </p:spPr>
        <p:txBody>
          <a:bodyPr wrap="none" rtlCol="0">
            <a:spAutoFit/>
          </a:bodyPr>
          <a:lstStyle/>
          <a:p>
            <a:r>
              <a:rPr lang="en-US" b="1" dirty="0"/>
              <a:t>Example: </a:t>
            </a:r>
            <a:r>
              <a:rPr lang="en-US" dirty="0"/>
              <a:t>ThreadPool.java</a:t>
            </a:r>
          </a:p>
        </p:txBody>
      </p:sp>
    </p:spTree>
    <p:extLst>
      <p:ext uri="{BB962C8B-B14F-4D97-AF65-F5344CB8AC3E}">
        <p14:creationId xmlns:p14="http://schemas.microsoft.com/office/powerpoint/2010/main" val="2289973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6863080" cy="3852337"/>
          </a:xfrm>
          <a:prstGeom prst="rect">
            <a:avLst/>
          </a:prstGeom>
          <a:noFill/>
        </p:spPr>
        <p:txBody>
          <a:bodyPr wrap="square" lIns="457200" tIns="182880" rIns="457200" bIns="0" rtlCol="0">
            <a:spAutoFit/>
          </a:bodyPr>
          <a:lstStyle/>
          <a:p>
            <a:pPr>
              <a:spcAft>
                <a:spcPts val="1000"/>
              </a:spcAft>
            </a:pPr>
            <a:r>
              <a:rPr lang="en-US" dirty="0"/>
              <a:t>Client-server communication</a:t>
            </a:r>
          </a:p>
          <a:p>
            <a:pPr marL="800100" lvl="1" indent="-342900">
              <a:lnSpc>
                <a:spcPct val="150000"/>
              </a:lnSpc>
              <a:spcAft>
                <a:spcPts val="1000"/>
              </a:spcAft>
              <a:buFont typeface="Arial" panose="020B0604020202020204" pitchFamily="34" charset="0"/>
              <a:buChar char="•"/>
            </a:pPr>
            <a:r>
              <a:rPr lang="en-US" dirty="0"/>
              <a:t>Sockets</a:t>
            </a:r>
          </a:p>
          <a:p>
            <a:pPr marL="1257300" lvl="2" indent="-342900">
              <a:spcAft>
                <a:spcPts val="1000"/>
              </a:spcAft>
              <a:buFont typeface="Arial" panose="020B0604020202020204" pitchFamily="34" charset="0"/>
              <a:buChar char="•"/>
            </a:pPr>
            <a:r>
              <a:rPr lang="en-US" dirty="0"/>
              <a:t>Low-level endpoint for communication: IP + port</a:t>
            </a:r>
          </a:p>
          <a:p>
            <a:pPr marL="1257300" lvl="2" indent="-342900">
              <a:spcAft>
                <a:spcPts val="1000"/>
              </a:spcAft>
              <a:buFont typeface="Arial" panose="020B0604020202020204" pitchFamily="34" charset="0"/>
              <a:buChar char="•"/>
            </a:pPr>
            <a:r>
              <a:rPr lang="en-US" dirty="0"/>
              <a:t>Send / </a:t>
            </a:r>
            <a:r>
              <a:rPr lang="en-US" dirty="0" err="1"/>
              <a:t>recv</a:t>
            </a:r>
            <a:r>
              <a:rPr lang="en-US" dirty="0"/>
              <a:t> methods: protocol</a:t>
            </a:r>
          </a:p>
          <a:p>
            <a:pPr marL="1257300" lvl="2" indent="-342900">
              <a:spcAft>
                <a:spcPts val="1000"/>
              </a:spcAft>
              <a:buFont typeface="Arial" panose="020B0604020202020204" pitchFamily="34" charset="0"/>
              <a:buChar char="•"/>
            </a:pPr>
            <a:r>
              <a:rPr lang="en-US" dirty="0"/>
              <a:t>Semantics of the communication given by coder</a:t>
            </a:r>
          </a:p>
          <a:p>
            <a:pPr marL="800100" lvl="1" indent="-342900">
              <a:lnSpc>
                <a:spcPct val="150000"/>
              </a:lnSpc>
              <a:spcAft>
                <a:spcPts val="1000"/>
              </a:spcAft>
              <a:buFont typeface="Arial" panose="020B0604020202020204" pitchFamily="34" charset="0"/>
              <a:buChar char="•"/>
            </a:pPr>
            <a:r>
              <a:rPr lang="en-US" dirty="0"/>
              <a:t>Remote Procedure Call (RPC)</a:t>
            </a:r>
          </a:p>
          <a:p>
            <a:pPr marL="1257300" lvl="2" indent="-342900">
              <a:spcAft>
                <a:spcPts val="1000"/>
              </a:spcAft>
              <a:buFont typeface="Arial" panose="020B0604020202020204" pitchFamily="34" charset="0"/>
              <a:buChar char="•"/>
            </a:pPr>
            <a:r>
              <a:rPr lang="en-US" dirty="0"/>
              <a:t>Protocol to request a </a:t>
            </a:r>
            <a:r>
              <a:rPr lang="en-US" b="1" dirty="0"/>
              <a:t>service</a:t>
            </a:r>
            <a:r>
              <a:rPr lang="en-US" dirty="0"/>
              <a:t> from a program located in another computer in a network</a:t>
            </a:r>
          </a:p>
          <a:p>
            <a:pPr marL="1257300" lvl="2" indent="-342900">
              <a:spcAft>
                <a:spcPts val="1000"/>
              </a:spcAft>
              <a:buFont typeface="Arial" panose="020B0604020202020204" pitchFamily="34" charset="0"/>
              <a:buChar char="•"/>
            </a:pPr>
            <a:r>
              <a:rPr lang="en-US" dirty="0"/>
              <a:t>Useful to call functions remotely</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pic>
        <p:nvPicPr>
          <p:cNvPr id="6" name="Picture 5">
            <a:extLst>
              <a:ext uri="{FF2B5EF4-FFF2-40B4-BE49-F238E27FC236}">
                <a16:creationId xmlns:a16="http://schemas.microsoft.com/office/drawing/2014/main" id="{AC506F97-9E14-486C-9454-D13FEA40CF0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792892" y="757952"/>
            <a:ext cx="1944973" cy="1406128"/>
          </a:xfrm>
          <a:prstGeom prst="rect">
            <a:avLst/>
          </a:prstGeom>
        </p:spPr>
      </p:pic>
      <p:pic>
        <p:nvPicPr>
          <p:cNvPr id="12" name="Picture 2" descr="http://cs.lmu.edu/~ray/images/rpc.png">
            <a:extLst>
              <a:ext uri="{FF2B5EF4-FFF2-40B4-BE49-F238E27FC236}">
                <a16:creationId xmlns:a16="http://schemas.microsoft.com/office/drawing/2014/main" id="{B452E7F6-4742-4829-8C5F-C1A1E95FFF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1089" y="3291840"/>
            <a:ext cx="2528020" cy="161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9856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3170099"/>
          </a:xfrm>
          <a:prstGeom prst="rect">
            <a:avLst/>
          </a:prstGeom>
          <a:noFill/>
        </p:spPr>
        <p:txBody>
          <a:bodyPr wrap="square" lIns="457200" tIns="182880" rIns="457200" bIns="0" rtlCol="0">
            <a:spAutoFit/>
          </a:bodyPr>
          <a:lstStyle/>
          <a:p>
            <a:pPr>
              <a:spcAft>
                <a:spcPts val="1000"/>
              </a:spcAft>
            </a:pPr>
            <a:r>
              <a:rPr lang="en-US" dirty="0"/>
              <a:t>Remote method invocation technologies</a:t>
            </a:r>
          </a:p>
          <a:p>
            <a:pPr marL="800100" lvl="1" indent="-342900">
              <a:lnSpc>
                <a:spcPct val="150000"/>
              </a:lnSpc>
              <a:spcAft>
                <a:spcPts val="1000"/>
              </a:spcAft>
              <a:buFont typeface="Arial" panose="020B0604020202020204" pitchFamily="34" charset="0"/>
              <a:buChar char="•"/>
            </a:pPr>
            <a:r>
              <a:rPr lang="en-US" dirty="0"/>
              <a:t>CORBA (Common Object Request Broker Architecture)</a:t>
            </a:r>
          </a:p>
          <a:p>
            <a:pPr marL="1257300" lvl="2" indent="-342900">
              <a:spcAft>
                <a:spcPts val="1000"/>
              </a:spcAft>
              <a:buFont typeface="Arial" panose="020B0604020202020204" pitchFamily="34" charset="0"/>
              <a:buChar char="•"/>
            </a:pPr>
            <a:r>
              <a:rPr lang="en-US" dirty="0"/>
              <a:t>CORBA supports object transmission between any languages</a:t>
            </a:r>
          </a:p>
          <a:p>
            <a:pPr marL="1257300" lvl="2" indent="-342900">
              <a:spcAft>
                <a:spcPts val="1000"/>
              </a:spcAft>
              <a:buFont typeface="Arial" panose="020B0604020202020204" pitchFamily="34" charset="0"/>
              <a:buChar char="•"/>
            </a:pPr>
            <a:r>
              <a:rPr lang="en-US" dirty="0"/>
              <a:t>Objects described using IDL (Interface Definition Language)</a:t>
            </a:r>
          </a:p>
          <a:p>
            <a:pPr marL="1257300" lvl="2" indent="-342900">
              <a:spcAft>
                <a:spcPts val="1000"/>
              </a:spcAft>
              <a:buFont typeface="Arial" panose="020B0604020202020204" pitchFamily="34" charset="0"/>
              <a:buChar char="•"/>
            </a:pPr>
            <a:r>
              <a:rPr lang="en-US" dirty="0"/>
              <a:t>CORBA is complex and flaky</a:t>
            </a:r>
          </a:p>
          <a:p>
            <a:pPr marL="800100" lvl="1" indent="-342900">
              <a:lnSpc>
                <a:spcPct val="150000"/>
              </a:lnSpc>
              <a:spcAft>
                <a:spcPts val="1000"/>
              </a:spcAft>
              <a:buFont typeface="Arial" panose="020B0604020202020204" pitchFamily="34" charset="0"/>
              <a:buChar char="•"/>
            </a:pPr>
            <a:r>
              <a:rPr lang="en-US" dirty="0"/>
              <a:t>Java RMI (Remote Method Invocation)</a:t>
            </a:r>
          </a:p>
          <a:p>
            <a:pPr marL="1257300" lvl="2" indent="-342900">
              <a:spcAft>
                <a:spcPts val="1000"/>
              </a:spcAft>
              <a:buFont typeface="Arial" panose="020B0604020202020204" pitchFamily="34" charset="0"/>
              <a:buChar char="•"/>
            </a:pPr>
            <a:r>
              <a:rPr lang="en-US" dirty="0"/>
              <a:t>Java to Java communications only, much simpler than CORBA</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pic>
        <p:nvPicPr>
          <p:cNvPr id="3" name="Picture 2">
            <a:extLst>
              <a:ext uri="{FF2B5EF4-FFF2-40B4-BE49-F238E27FC236}">
                <a16:creationId xmlns:a16="http://schemas.microsoft.com/office/drawing/2014/main" id="{782E756F-FE75-4434-A3D5-9337CE097E23}"/>
              </a:ext>
            </a:extLst>
          </p:cNvPr>
          <p:cNvPicPr>
            <a:picLocks noChangeAspect="1"/>
          </p:cNvPicPr>
          <p:nvPr/>
        </p:nvPicPr>
        <p:blipFill>
          <a:blip r:embed="rId4"/>
          <a:stretch>
            <a:fillRect/>
          </a:stretch>
        </p:blipFill>
        <p:spPr>
          <a:xfrm>
            <a:off x="2732736" y="3799343"/>
            <a:ext cx="3485184" cy="1252717"/>
          </a:xfrm>
          <a:prstGeom prst="rect">
            <a:avLst/>
          </a:prstGeom>
        </p:spPr>
      </p:pic>
    </p:spTree>
    <p:extLst>
      <p:ext uri="{BB962C8B-B14F-4D97-AF65-F5344CB8AC3E}">
        <p14:creationId xmlns:p14="http://schemas.microsoft.com/office/powerpoint/2010/main" val="2113258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3170099"/>
          </a:xfrm>
          <a:prstGeom prst="rect">
            <a:avLst/>
          </a:prstGeom>
          <a:noFill/>
        </p:spPr>
        <p:txBody>
          <a:bodyPr wrap="square" lIns="457200" tIns="182880" rIns="457200" bIns="0" rtlCol="0">
            <a:spAutoFit/>
          </a:bodyPr>
          <a:lstStyle/>
          <a:p>
            <a:pPr>
              <a:spcAft>
                <a:spcPts val="1000"/>
              </a:spcAft>
            </a:pPr>
            <a:r>
              <a:rPr lang="en-US" sz="1800" dirty="0"/>
              <a:t>Java RMI architecture</a:t>
            </a:r>
          </a:p>
          <a:p>
            <a:pPr marL="342900" indent="-342900">
              <a:lnSpc>
                <a:spcPct val="150000"/>
              </a:lnSpc>
              <a:spcAft>
                <a:spcPts val="1000"/>
              </a:spcAft>
              <a:buFont typeface="Arial" panose="020B0604020202020204" pitchFamily="34" charset="0"/>
              <a:buChar char="•"/>
            </a:pPr>
            <a:r>
              <a:rPr lang="en-US" sz="1800" dirty="0"/>
              <a:t>Client</a:t>
            </a:r>
          </a:p>
          <a:p>
            <a:pPr marL="342900" indent="-342900">
              <a:lnSpc>
                <a:spcPct val="150000"/>
              </a:lnSpc>
              <a:spcAft>
                <a:spcPts val="1000"/>
              </a:spcAft>
              <a:buFont typeface="Arial" panose="020B0604020202020204" pitchFamily="34" charset="0"/>
              <a:buChar char="•"/>
            </a:pPr>
            <a:r>
              <a:rPr lang="en-US" sz="1800" dirty="0"/>
              <a:t>Server</a:t>
            </a:r>
          </a:p>
          <a:p>
            <a:pPr marL="342900" indent="-342900">
              <a:lnSpc>
                <a:spcPct val="150000"/>
              </a:lnSpc>
              <a:spcAft>
                <a:spcPts val="1000"/>
              </a:spcAft>
              <a:buFont typeface="Arial" panose="020B0604020202020204" pitchFamily="34" charset="0"/>
              <a:buChar char="•"/>
            </a:pPr>
            <a:r>
              <a:rPr lang="en-US" sz="1800" dirty="0"/>
              <a:t>Server interface</a:t>
            </a:r>
          </a:p>
          <a:p>
            <a:pPr marL="342900" indent="-342900">
              <a:lnSpc>
                <a:spcPct val="150000"/>
              </a:lnSpc>
              <a:spcAft>
                <a:spcPts val="1000"/>
              </a:spcAft>
              <a:buFont typeface="Arial" panose="020B0604020202020204" pitchFamily="34" charset="0"/>
              <a:buChar char="•"/>
            </a:pPr>
            <a:r>
              <a:rPr lang="en-US" sz="1800" dirty="0"/>
              <a:t>Server object</a:t>
            </a:r>
          </a:p>
          <a:p>
            <a:pPr marL="342900" indent="-342900">
              <a:lnSpc>
                <a:spcPct val="150000"/>
              </a:lnSpc>
              <a:spcAft>
                <a:spcPts val="1000"/>
              </a:spcAft>
              <a:buFont typeface="Arial" panose="020B0604020202020204" pitchFamily="34" charset="0"/>
              <a:buChar char="•"/>
            </a:pPr>
            <a:r>
              <a:rPr lang="en-US" sz="1800" dirty="0"/>
              <a:t>RMI registry</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pic>
        <p:nvPicPr>
          <p:cNvPr id="6" name="Picture 5">
            <a:extLst>
              <a:ext uri="{FF2B5EF4-FFF2-40B4-BE49-F238E27FC236}">
                <a16:creationId xmlns:a16="http://schemas.microsoft.com/office/drawing/2014/main" id="{96D9248E-69CF-44A2-933F-D3F731A9A5AE}"/>
              </a:ext>
            </a:extLst>
          </p:cNvPr>
          <p:cNvPicPr>
            <a:picLocks noChangeAspect="1"/>
          </p:cNvPicPr>
          <p:nvPr/>
        </p:nvPicPr>
        <p:blipFill>
          <a:blip r:embed="rId4"/>
          <a:stretch>
            <a:fillRect/>
          </a:stretch>
        </p:blipFill>
        <p:spPr>
          <a:xfrm>
            <a:off x="3964021" y="548640"/>
            <a:ext cx="4158037" cy="2419222"/>
          </a:xfrm>
          <a:prstGeom prst="rect">
            <a:avLst/>
          </a:prstGeom>
        </p:spPr>
      </p:pic>
      <p:pic>
        <p:nvPicPr>
          <p:cNvPr id="9" name="Picture 8">
            <a:extLst>
              <a:ext uri="{FF2B5EF4-FFF2-40B4-BE49-F238E27FC236}">
                <a16:creationId xmlns:a16="http://schemas.microsoft.com/office/drawing/2014/main" id="{FD575274-98C7-4E20-8995-0CA003FB4046}"/>
              </a:ext>
            </a:extLst>
          </p:cNvPr>
          <p:cNvPicPr>
            <a:picLocks noChangeAspect="1"/>
          </p:cNvPicPr>
          <p:nvPr/>
        </p:nvPicPr>
        <p:blipFill>
          <a:blip r:embed="rId5"/>
          <a:stretch>
            <a:fillRect/>
          </a:stretch>
        </p:blipFill>
        <p:spPr>
          <a:xfrm>
            <a:off x="3964021" y="3150742"/>
            <a:ext cx="4219859" cy="1918493"/>
          </a:xfrm>
          <a:prstGeom prst="rect">
            <a:avLst/>
          </a:prstGeom>
        </p:spPr>
      </p:pic>
    </p:spTree>
    <p:extLst>
      <p:ext uri="{BB962C8B-B14F-4D97-AF65-F5344CB8AC3E}">
        <p14:creationId xmlns:p14="http://schemas.microsoft.com/office/powerpoint/2010/main" val="398319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108817"/>
          </a:xfrm>
          <a:prstGeom prst="rect">
            <a:avLst/>
          </a:prstGeom>
          <a:noFill/>
        </p:spPr>
        <p:txBody>
          <a:bodyPr wrap="square" lIns="457200" tIns="182880" rIns="457200" bIns="0" rtlCol="0">
            <a:spAutoFit/>
          </a:bodyPr>
          <a:lstStyle/>
          <a:p>
            <a:pPr>
              <a:spcAft>
                <a:spcPts val="1000"/>
              </a:spcAft>
            </a:pPr>
            <a:r>
              <a:rPr lang="en-US" dirty="0"/>
              <a:t>Java RMI architecture</a:t>
            </a:r>
          </a:p>
          <a:p>
            <a:pPr marL="800100" lvl="1" indent="-342900">
              <a:spcAft>
                <a:spcPts val="2000"/>
              </a:spcAft>
              <a:buFont typeface="Arial" panose="020B0604020202020204" pitchFamily="34" charset="0"/>
              <a:buChar char="•"/>
            </a:pPr>
            <a:r>
              <a:rPr lang="en-US" dirty="0"/>
              <a:t>In order to use a remote object, the client must know its behavior (</a:t>
            </a:r>
            <a:r>
              <a:rPr lang="en-US" b="1" dirty="0"/>
              <a:t>interface</a:t>
            </a:r>
            <a:r>
              <a:rPr lang="en-US" dirty="0"/>
              <a:t>), but does not need to know its implementation (</a:t>
            </a:r>
            <a:r>
              <a:rPr lang="en-US" b="1" dirty="0"/>
              <a:t>class</a:t>
            </a:r>
            <a:r>
              <a:rPr lang="en-US" dirty="0"/>
              <a:t>)</a:t>
            </a:r>
          </a:p>
          <a:p>
            <a:pPr marL="800100" lvl="1" indent="-342900">
              <a:spcAft>
                <a:spcPts val="2000"/>
              </a:spcAft>
              <a:buFont typeface="Arial" panose="020B0604020202020204" pitchFamily="34" charset="0"/>
              <a:buChar char="•"/>
            </a:pPr>
            <a:r>
              <a:rPr lang="en-US" dirty="0"/>
              <a:t>In order to provide an object, the server must know both its interface (behavior) and its implementation (</a:t>
            </a:r>
            <a:r>
              <a:rPr lang="en-US" b="1" dirty="0"/>
              <a:t>class</a:t>
            </a:r>
            <a:r>
              <a:rPr lang="en-US" dirty="0"/>
              <a:t>)</a:t>
            </a:r>
          </a:p>
          <a:p>
            <a:pPr marL="800100" lvl="1" indent="-342900">
              <a:spcAft>
                <a:spcPts val="2000"/>
              </a:spcAft>
              <a:buFont typeface="Arial" panose="020B0604020202020204" pitchFamily="34" charset="0"/>
              <a:buChar char="•"/>
            </a:pPr>
            <a:r>
              <a:rPr lang="en-US" dirty="0"/>
              <a:t>Adds a layer of security to hide the implementation of a service remotely</a:t>
            </a:r>
          </a:p>
          <a:p>
            <a:pPr marL="800100" lvl="1" indent="-342900">
              <a:spcAft>
                <a:spcPts val="2000"/>
              </a:spcAft>
              <a:buFont typeface="Arial" panose="020B0604020202020204" pitchFamily="34" charset="0"/>
              <a:buChar char="•"/>
            </a:pPr>
            <a:r>
              <a:rPr lang="en-US" dirty="0"/>
              <a:t>A </a:t>
            </a:r>
            <a:r>
              <a:rPr lang="en-US" i="1" dirty="0"/>
              <a:t>Remote</a:t>
            </a:r>
            <a:r>
              <a:rPr lang="en-US" dirty="0"/>
              <a:t> interface is one whose instances can be accessed remotely</a:t>
            </a:r>
          </a:p>
          <a:p>
            <a:pPr marL="800100" lvl="1" indent="-342900">
              <a:spcAft>
                <a:spcPts val="2000"/>
              </a:spcAft>
              <a:buFont typeface="Arial" panose="020B0604020202020204" pitchFamily="34" charset="0"/>
              <a:buChar char="•"/>
            </a:pPr>
            <a:r>
              <a:rPr lang="en-US" dirty="0"/>
              <a:t>A </a:t>
            </a:r>
            <a:r>
              <a:rPr lang="en-US" i="1" dirty="0"/>
              <a:t>Serializable</a:t>
            </a:r>
            <a:r>
              <a:rPr lang="en-US" dirty="0"/>
              <a:t> class is one whose instances can be marshaled (turned into a linear sequence of bits) and transmitted from one computer to another. The class must implement </a:t>
            </a:r>
            <a:r>
              <a:rPr lang="en-US" i="1" dirty="0"/>
              <a:t>Serializable</a:t>
            </a:r>
            <a:r>
              <a:rPr lang="en-US" dirty="0"/>
              <a:t>.</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Tree>
    <p:extLst>
      <p:ext uri="{BB962C8B-B14F-4D97-AF65-F5344CB8AC3E}">
        <p14:creationId xmlns:p14="http://schemas.microsoft.com/office/powerpoint/2010/main" val="1405784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2893100"/>
          </a:xfrm>
          <a:prstGeom prst="rect">
            <a:avLst/>
          </a:prstGeom>
          <a:noFill/>
        </p:spPr>
        <p:txBody>
          <a:bodyPr wrap="square" lIns="457200" tIns="182880" rIns="457200" bIns="0" rtlCol="0">
            <a:spAutoFit/>
          </a:bodyPr>
          <a:lstStyle/>
          <a:p>
            <a:pPr>
              <a:spcAft>
                <a:spcPts val="1000"/>
              </a:spcAft>
            </a:pPr>
            <a:r>
              <a:rPr lang="en-US" dirty="0"/>
              <a:t>Java RMI architecture: Remote server</a:t>
            </a:r>
          </a:p>
          <a:p>
            <a:pPr marL="800100" lvl="1" indent="-342900">
              <a:spcAft>
                <a:spcPts val="1000"/>
              </a:spcAft>
              <a:buFont typeface="Arial" panose="020B0604020202020204" pitchFamily="34" charset="0"/>
              <a:buChar char="•"/>
            </a:pPr>
            <a:r>
              <a:rPr lang="en-US" dirty="0"/>
              <a:t>You can send messages to a Remote object and get responses back</a:t>
            </a:r>
          </a:p>
          <a:p>
            <a:pPr marL="800100" lvl="1" indent="-342900">
              <a:spcAft>
                <a:spcPts val="1000"/>
              </a:spcAft>
              <a:buFont typeface="Arial" panose="020B0604020202020204" pitchFamily="34" charset="0"/>
              <a:buChar char="•"/>
            </a:pPr>
            <a:r>
              <a:rPr lang="en-US" dirty="0"/>
              <a:t>All you need to know about the Remote object is its interface</a:t>
            </a:r>
          </a:p>
          <a:p>
            <a:pPr marL="800100" lvl="1" indent="-342900">
              <a:spcAft>
                <a:spcPts val="1000"/>
              </a:spcAft>
              <a:buFont typeface="Arial" panose="020B0604020202020204" pitchFamily="34" charset="0"/>
              <a:buChar char="•"/>
            </a:pPr>
            <a:r>
              <a:rPr lang="en-US" dirty="0"/>
              <a:t>You can transmit a </a:t>
            </a:r>
            <a:r>
              <a:rPr lang="en-US" b="1" dirty="0"/>
              <a:t>copy</a:t>
            </a:r>
            <a:r>
              <a:rPr lang="en-US" dirty="0"/>
              <a:t> of a Serializable object between computers</a:t>
            </a:r>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r>
              <a:rPr lang="en-US" dirty="0"/>
              <a:t>The server class should extend </a:t>
            </a:r>
            <a:r>
              <a:rPr lang="en-US" b="1" dirty="0" err="1"/>
              <a:t>UnicastRemoteObject</a:t>
            </a:r>
            <a:endParaRPr lang="en-US" b="1" dirty="0"/>
          </a:p>
          <a:p>
            <a:pPr marL="800100" lvl="1" indent="-342900">
              <a:spcAft>
                <a:spcPts val="1000"/>
              </a:spcAft>
              <a:buFont typeface="Arial" panose="020B0604020202020204" pitchFamily="34" charset="0"/>
              <a:buChar char="•"/>
            </a:pPr>
            <a:r>
              <a:rPr lang="en-US" dirty="0"/>
              <a:t>The server class needs to register its server object:</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7157106C-A613-45BD-9FA5-FF9A21DA410A}"/>
              </a:ext>
            </a:extLst>
          </p:cNvPr>
          <p:cNvSpPr/>
          <p:nvPr/>
        </p:nvSpPr>
        <p:spPr>
          <a:xfrm>
            <a:off x="1220972" y="3611767"/>
            <a:ext cx="6414268"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latin typeface="Courier New" panose="02070309020205020404" pitchFamily="49" charset="0"/>
                <a:cs typeface="Courier New" panose="02070309020205020404" pitchFamily="49" charset="0"/>
              </a:rPr>
              <a:t>String </a:t>
            </a:r>
            <a:r>
              <a:rPr lang="en-US" sz="1200" dirty="0" err="1">
                <a:latin typeface="Courier New" panose="02070309020205020404" pitchFamily="49" charset="0"/>
                <a:cs typeface="Courier New" panose="02070309020205020404" pitchFamily="49" charset="0"/>
              </a:rPr>
              <a:t>url</a:t>
            </a:r>
            <a:r>
              <a:rPr lang="en-US" sz="1200" dirty="0">
                <a:latin typeface="Courier New" panose="02070309020205020404" pitchFamily="49" charset="0"/>
                <a:cs typeface="Courier New" panose="02070309020205020404" pitchFamily="49" charset="0"/>
              </a:rPr>
              <a:t> = "</a:t>
            </a:r>
            <a:r>
              <a:rPr lang="en-US" sz="1200" dirty="0" err="1">
                <a:latin typeface="Courier New" panose="02070309020205020404" pitchFamily="49" charset="0"/>
                <a:cs typeface="Courier New" panose="02070309020205020404" pitchFamily="49" charset="0"/>
              </a:rPr>
              <a:t>rmi</a:t>
            </a:r>
            <a:r>
              <a:rPr lang="en-US" sz="1200" dirty="0">
                <a:latin typeface="Courier New" panose="02070309020205020404" pitchFamily="49" charset="0"/>
                <a:cs typeface="Courier New" panose="02070309020205020404" pitchFamily="49" charset="0"/>
              </a:rPr>
              <a:t>://" + host + ":" + port + "/" + </a:t>
            </a:r>
            <a:r>
              <a:rPr lang="en-US" sz="1200" dirty="0" err="1">
                <a:latin typeface="Courier New" panose="02070309020205020404" pitchFamily="49" charset="0"/>
                <a:cs typeface="Courier New" panose="02070309020205020404" pitchFamily="49" charset="0"/>
              </a:rPr>
              <a:t>objectName</a:t>
            </a:r>
            <a:r>
              <a:rPr lang="en-US" sz="1200" dirty="0">
                <a:latin typeface="Courier New" panose="02070309020205020404" pitchFamily="49" charset="0"/>
                <a:cs typeface="Courier New" panose="02070309020205020404" pitchFamily="49" charset="0"/>
              </a:rPr>
              <a:t>;</a:t>
            </a:r>
          </a:p>
          <a:p>
            <a:r>
              <a:rPr lang="en-US" sz="1200" dirty="0" err="1">
                <a:latin typeface="Courier New" panose="02070309020205020404" pitchFamily="49" charset="0"/>
                <a:cs typeface="Courier New" panose="02070309020205020404" pitchFamily="49" charset="0"/>
              </a:rPr>
              <a:t>Naming.rebind</a:t>
            </a:r>
            <a:r>
              <a:rPr lang="en-US" sz="1200" dirty="0">
                <a:latin typeface="Courier New" panose="02070309020205020404" pitchFamily="49" charset="0"/>
                <a:cs typeface="Courier New" panose="02070309020205020404" pitchFamily="49" charset="0"/>
              </a:rPr>
              <a:t>(</a:t>
            </a:r>
            <a:r>
              <a:rPr lang="en-US" sz="1200" dirty="0" err="1">
                <a:latin typeface="Courier New" panose="02070309020205020404" pitchFamily="49" charset="0"/>
                <a:cs typeface="Courier New" panose="02070309020205020404" pitchFamily="49" charset="0"/>
              </a:rPr>
              <a:t>url</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serverObject</a:t>
            </a:r>
            <a:r>
              <a:rPr lang="en-US" sz="1200" dirty="0">
                <a:latin typeface="Courier New" panose="02070309020205020404" pitchFamily="49" charset="0"/>
                <a:cs typeface="Courier New" panose="02070309020205020404" pitchFamily="49" charset="0"/>
              </a:rPr>
              <a:t>);</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default port 1099</a:t>
            </a:r>
          </a:p>
          <a:p>
            <a:r>
              <a:rPr lang="en-US" sz="1200" dirty="0">
                <a:latin typeface="Courier New" panose="02070309020205020404" pitchFamily="49" charset="0"/>
                <a:cs typeface="Courier New" panose="02070309020205020404" pitchFamily="49" charset="0"/>
              </a:rPr>
              <a:t>// host name should be accessible by the clients</a:t>
            </a:r>
          </a:p>
        </p:txBody>
      </p:sp>
    </p:spTree>
    <p:extLst>
      <p:ext uri="{BB962C8B-B14F-4D97-AF65-F5344CB8AC3E}">
        <p14:creationId xmlns:p14="http://schemas.microsoft.com/office/powerpoint/2010/main" val="4098474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2082621"/>
          </a:xfrm>
          <a:prstGeom prst="rect">
            <a:avLst/>
          </a:prstGeom>
          <a:noFill/>
        </p:spPr>
        <p:txBody>
          <a:bodyPr wrap="square" lIns="457200" tIns="182880" rIns="457200" bIns="0" rtlCol="0">
            <a:spAutoFit/>
          </a:bodyPr>
          <a:lstStyle/>
          <a:p>
            <a:pPr>
              <a:spcAft>
                <a:spcPts val="1000"/>
              </a:spcAft>
            </a:pPr>
            <a:r>
              <a:rPr lang="en-US" dirty="0"/>
              <a:t>Hello world using RMI</a:t>
            </a:r>
          </a:p>
          <a:p>
            <a:pPr marL="800100" lvl="1" indent="-342900">
              <a:spcAft>
                <a:spcPts val="1000"/>
              </a:spcAft>
              <a:buFont typeface="Arial" panose="020B0604020202020204" pitchFamily="34" charset="0"/>
              <a:buChar char="•"/>
            </a:pPr>
            <a:r>
              <a:rPr lang="en-US" dirty="0"/>
              <a:t>Server interface</a:t>
            </a:r>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r>
              <a:rPr lang="en-US" dirty="0"/>
              <a:t>Server object</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6" name="Rectangle 5">
            <a:extLst>
              <a:ext uri="{FF2B5EF4-FFF2-40B4-BE49-F238E27FC236}">
                <a16:creationId xmlns:a16="http://schemas.microsoft.com/office/drawing/2014/main" id="{5144AE80-EC2C-4C35-8411-F0590F13527A}"/>
              </a:ext>
            </a:extLst>
          </p:cNvPr>
          <p:cNvSpPr/>
          <p:nvPr/>
        </p:nvSpPr>
        <p:spPr>
          <a:xfrm>
            <a:off x="1223958" y="1458542"/>
            <a:ext cx="6533202"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latin typeface="Courier New" panose="02070309020205020404" pitchFamily="49" charset="0"/>
                <a:cs typeface="Courier New" panose="02070309020205020404" pitchFamily="49" charset="0"/>
              </a:rPr>
              <a:t>public interface </a:t>
            </a:r>
            <a:r>
              <a:rPr lang="en-US" sz="1200" dirty="0" err="1">
                <a:latin typeface="Courier New" panose="02070309020205020404" pitchFamily="49" charset="0"/>
                <a:cs typeface="Courier New" panose="02070309020205020404" pitchFamily="49" charset="0"/>
              </a:rPr>
              <a:t>HelloWorldInterface</a:t>
            </a:r>
            <a:r>
              <a:rPr lang="en-US" sz="1200" dirty="0">
                <a:latin typeface="Courier New" panose="02070309020205020404" pitchFamily="49" charset="0"/>
                <a:cs typeface="Courier New" panose="02070309020205020404" pitchFamily="49" charset="0"/>
              </a:rPr>
              <a:t> extends Remote {</a:t>
            </a:r>
          </a:p>
          <a:p>
            <a:r>
              <a:rPr lang="en-US" sz="1200" dirty="0">
                <a:latin typeface="Courier New" panose="02070309020205020404" pitchFamily="49" charset="0"/>
                <a:cs typeface="Courier New" panose="02070309020205020404" pitchFamily="49" charset="0"/>
              </a:rPr>
              <a:t>   public String </a:t>
            </a:r>
            <a:r>
              <a:rPr lang="en-US" sz="1200" dirty="0" err="1">
                <a:latin typeface="Courier New" panose="02070309020205020404" pitchFamily="49" charset="0"/>
                <a:cs typeface="Courier New" panose="02070309020205020404" pitchFamily="49" charset="0"/>
              </a:rPr>
              <a:t>sayHello</a:t>
            </a:r>
            <a:r>
              <a:rPr lang="en-US" sz="1200" dirty="0">
                <a:latin typeface="Courier New" panose="02070309020205020404" pitchFamily="49" charset="0"/>
                <a:cs typeface="Courier New" panose="02070309020205020404" pitchFamily="49" charset="0"/>
              </a:rPr>
              <a:t>(String name) throws </a:t>
            </a:r>
            <a:r>
              <a:rPr lang="en-US" sz="1200" dirty="0" err="1">
                <a:latin typeface="Courier New" panose="02070309020205020404" pitchFamily="49" charset="0"/>
                <a:cs typeface="Courier New" panose="02070309020205020404" pitchFamily="49" charset="0"/>
              </a:rPr>
              <a:t>RemoteException</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a:t>
            </a:r>
          </a:p>
        </p:txBody>
      </p:sp>
      <p:sp>
        <p:nvSpPr>
          <p:cNvPr id="9" name="Rectangle 8">
            <a:extLst>
              <a:ext uri="{FF2B5EF4-FFF2-40B4-BE49-F238E27FC236}">
                <a16:creationId xmlns:a16="http://schemas.microsoft.com/office/drawing/2014/main" id="{AD7577D4-E0E3-4A04-923E-822A6AA73CCF}"/>
              </a:ext>
            </a:extLst>
          </p:cNvPr>
          <p:cNvSpPr/>
          <p:nvPr/>
        </p:nvSpPr>
        <p:spPr>
          <a:xfrm>
            <a:off x="1223958" y="2756333"/>
            <a:ext cx="6533202"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latin typeface="Courier New" panose="02070309020205020404" pitchFamily="49" charset="0"/>
                <a:cs typeface="Courier New" panose="02070309020205020404" pitchFamily="49" charset="0"/>
              </a:rPr>
              <a:t>public class </a:t>
            </a:r>
            <a:r>
              <a:rPr lang="en-US" sz="1200" dirty="0" err="1">
                <a:latin typeface="Courier New" panose="02070309020205020404" pitchFamily="49" charset="0"/>
                <a:cs typeface="Courier New" panose="02070309020205020404" pitchFamily="49" charset="0"/>
              </a:rPr>
              <a:t>HelloWorldServer</a:t>
            </a:r>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extends </a:t>
            </a:r>
            <a:r>
              <a:rPr lang="en-US" sz="1200" dirty="0" err="1">
                <a:latin typeface="Courier New" panose="02070309020205020404" pitchFamily="49" charset="0"/>
                <a:cs typeface="Courier New" panose="02070309020205020404" pitchFamily="49" charset="0"/>
              </a:rPr>
              <a:t>UnicastRemoteObject</a:t>
            </a:r>
            <a:r>
              <a:rPr lang="en-US" sz="1200" dirty="0">
                <a:latin typeface="Courier New" panose="02070309020205020404" pitchFamily="49" charset="0"/>
                <a:cs typeface="Courier New" panose="02070309020205020404" pitchFamily="49" charset="0"/>
              </a:rPr>
              <a:t> implements </a:t>
            </a:r>
            <a:r>
              <a:rPr lang="en-US" sz="1200" dirty="0" err="1">
                <a:latin typeface="Courier New" panose="02070309020205020404" pitchFamily="49" charset="0"/>
                <a:cs typeface="Courier New" panose="02070309020205020404" pitchFamily="49" charset="0"/>
              </a:rPr>
              <a:t>HelloWorldInterface</a:t>
            </a:r>
            <a:r>
              <a:rPr lang="en-US" sz="1200" dirty="0">
                <a:latin typeface="Courier New" panose="02070309020205020404" pitchFamily="49" charset="0"/>
                <a:cs typeface="Courier New" panose="02070309020205020404" pitchFamily="49" charset="0"/>
              </a:rPr>
              <a:t> {</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public String </a:t>
            </a:r>
            <a:r>
              <a:rPr lang="en-US" sz="1200" dirty="0" err="1">
                <a:latin typeface="Courier New" panose="02070309020205020404" pitchFamily="49" charset="0"/>
                <a:cs typeface="Courier New" panose="02070309020205020404" pitchFamily="49" charset="0"/>
              </a:rPr>
              <a:t>sayHello</a:t>
            </a:r>
            <a:r>
              <a:rPr lang="en-US" sz="1200" dirty="0">
                <a:latin typeface="Courier New" panose="02070309020205020404" pitchFamily="49" charset="0"/>
                <a:cs typeface="Courier New" panose="02070309020205020404" pitchFamily="49" charset="0"/>
              </a:rPr>
              <a:t>(String name) throws </a:t>
            </a:r>
            <a:r>
              <a:rPr lang="en-US" sz="1200" dirty="0" err="1">
                <a:latin typeface="Courier New" panose="02070309020205020404" pitchFamily="49" charset="0"/>
                <a:cs typeface="Courier New" panose="02070309020205020404" pitchFamily="49" charset="0"/>
              </a:rPr>
              <a:t>RemoteException</a:t>
            </a:r>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return "Hello " + name;</a:t>
            </a:r>
          </a:p>
          <a:p>
            <a:r>
              <a:rPr lang="en-US" sz="1200" dirty="0">
                <a:latin typeface="Courier New" panose="02070309020205020404" pitchFamily="49" charset="0"/>
                <a:cs typeface="Courier New" panose="02070309020205020404" pitchFamily="49" charset="0"/>
              </a:rPr>
              <a:t>      // String for input and return are serializable</a:t>
            </a:r>
          </a:p>
          <a:p>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565862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2616101"/>
          </a:xfrm>
          <a:prstGeom prst="rect">
            <a:avLst/>
          </a:prstGeom>
          <a:noFill/>
        </p:spPr>
        <p:txBody>
          <a:bodyPr wrap="square" lIns="457200" tIns="182880" rIns="457200" bIns="0" rtlCol="0">
            <a:spAutoFit/>
          </a:bodyPr>
          <a:lstStyle/>
          <a:p>
            <a:pPr>
              <a:spcAft>
                <a:spcPts val="1000"/>
              </a:spcAft>
            </a:pPr>
            <a:r>
              <a:rPr lang="en-US" dirty="0"/>
              <a:t>Hello world using RMI</a:t>
            </a:r>
          </a:p>
          <a:p>
            <a:pPr marL="800100" lvl="1" indent="-342900">
              <a:spcAft>
                <a:spcPts val="1000"/>
              </a:spcAft>
              <a:buFont typeface="Arial" panose="020B0604020202020204" pitchFamily="34" charset="0"/>
              <a:buChar char="•"/>
            </a:pPr>
            <a:r>
              <a:rPr lang="en-US" dirty="0"/>
              <a:t>Server class</a:t>
            </a:r>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Aft>
                <a:spcPts val="1000"/>
              </a:spcAft>
              <a:buFont typeface="Arial" panose="020B0604020202020204" pitchFamily="34" charset="0"/>
              <a:buChar char="•"/>
            </a:pPr>
            <a:endParaRPr lang="en-US" dirty="0"/>
          </a:p>
          <a:p>
            <a:pPr marL="800100" lvl="1" indent="-342900">
              <a:spcBef>
                <a:spcPts val="1000"/>
              </a:spcBef>
              <a:spcAft>
                <a:spcPts val="1000"/>
              </a:spcAft>
              <a:buFont typeface="Arial" panose="020B0604020202020204" pitchFamily="34" charset="0"/>
              <a:buChar char="•"/>
            </a:pPr>
            <a:r>
              <a:rPr lang="en-US" dirty="0"/>
              <a:t>Client class</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
        <p:nvSpPr>
          <p:cNvPr id="3" name="Rectangle 2">
            <a:extLst>
              <a:ext uri="{FF2B5EF4-FFF2-40B4-BE49-F238E27FC236}">
                <a16:creationId xmlns:a16="http://schemas.microsoft.com/office/drawing/2014/main" id="{4DB74D69-3E25-49DC-8BF7-CE62A16E0B33}"/>
              </a:ext>
            </a:extLst>
          </p:cNvPr>
          <p:cNvSpPr/>
          <p:nvPr/>
        </p:nvSpPr>
        <p:spPr>
          <a:xfrm>
            <a:off x="1162998" y="1416907"/>
            <a:ext cx="6731322"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latin typeface="Courier New" panose="02070309020205020404" pitchFamily="49" charset="0"/>
                <a:cs typeface="Courier New" panose="02070309020205020404" pitchFamily="49" charset="0"/>
              </a:rPr>
              <a:t>public class </a:t>
            </a:r>
            <a:r>
              <a:rPr lang="en-US" sz="1200" dirty="0" err="1">
                <a:latin typeface="Courier New" panose="02070309020205020404" pitchFamily="49" charset="0"/>
                <a:cs typeface="Courier New" panose="02070309020205020404" pitchFamily="49" charset="0"/>
              </a:rPr>
              <a:t>HelloServer</a:t>
            </a:r>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public static void main (String[] </a:t>
            </a:r>
            <a:r>
              <a:rPr lang="en-US" sz="1200" dirty="0" err="1">
                <a:latin typeface="Courier New" panose="02070309020205020404" pitchFamily="49" charset="0"/>
                <a:cs typeface="Courier New" panose="02070309020205020404" pitchFamily="49" charset="0"/>
              </a:rPr>
              <a:t>args</a:t>
            </a:r>
            <a:r>
              <a:rPr lang="en-US" sz="1200" dirty="0">
                <a:latin typeface="Courier New" panose="02070309020205020404" pitchFamily="49" charset="0"/>
                <a:cs typeface="Courier New" panose="02070309020205020404" pitchFamily="49" charset="0"/>
              </a:rPr>
              <a:t>) throws Exception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Naming.rebind</a:t>
            </a:r>
            <a:r>
              <a:rPr lang="en-US" sz="1200" dirty="0">
                <a:latin typeface="Courier New" panose="02070309020205020404" pitchFamily="49" charset="0"/>
                <a:cs typeface="Courier New" panose="02070309020205020404" pitchFamily="49" charset="0"/>
              </a:rPr>
              <a:t>("</a:t>
            </a:r>
            <a:r>
              <a:rPr lang="en-US" sz="1200" dirty="0" err="1">
                <a:latin typeface="Courier New" panose="02070309020205020404" pitchFamily="49" charset="0"/>
                <a:cs typeface="Courier New" panose="02070309020205020404" pitchFamily="49" charset="0"/>
              </a:rPr>
              <a:t>rmi</a:t>
            </a:r>
            <a:r>
              <a:rPr lang="en-US" sz="1200" dirty="0">
                <a:latin typeface="Courier New" panose="02070309020205020404" pitchFamily="49" charset="0"/>
                <a:cs typeface="Courier New" panose="02070309020205020404" pitchFamily="49" charset="0"/>
              </a:rPr>
              <a:t>://hostname/</a:t>
            </a:r>
            <a:r>
              <a:rPr lang="en-US" sz="1200" dirty="0" err="1">
                <a:latin typeface="Courier New" panose="02070309020205020404" pitchFamily="49" charset="0"/>
                <a:cs typeface="Courier New" panose="02070309020205020404" pitchFamily="49" charset="0"/>
              </a:rPr>
              <a:t>HelloWorldServer</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new </a:t>
            </a:r>
            <a:r>
              <a:rPr lang="en-US" sz="1200" dirty="0" err="1">
                <a:latin typeface="Courier New" panose="02070309020205020404" pitchFamily="49" charset="0"/>
                <a:cs typeface="Courier New" panose="02070309020205020404" pitchFamily="49" charset="0"/>
              </a:rPr>
              <a:t>HelloWorldServer</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a:t>
            </a:r>
          </a:p>
        </p:txBody>
      </p:sp>
      <p:sp>
        <p:nvSpPr>
          <p:cNvPr id="8" name="Rectangle 7">
            <a:extLst>
              <a:ext uri="{FF2B5EF4-FFF2-40B4-BE49-F238E27FC236}">
                <a16:creationId xmlns:a16="http://schemas.microsoft.com/office/drawing/2014/main" id="{2ECC5A90-F44F-4D23-8705-05CFA0DEF63F}"/>
              </a:ext>
            </a:extLst>
          </p:cNvPr>
          <p:cNvSpPr/>
          <p:nvPr/>
        </p:nvSpPr>
        <p:spPr>
          <a:xfrm>
            <a:off x="1166536" y="3200653"/>
            <a:ext cx="6731322"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latin typeface="Courier New" panose="02070309020205020404" pitchFamily="49" charset="0"/>
                <a:cs typeface="Courier New" panose="02070309020205020404" pitchFamily="49" charset="0"/>
              </a:rPr>
              <a:t>public class </a:t>
            </a:r>
            <a:r>
              <a:rPr lang="en-US" sz="1200" dirty="0" err="1">
                <a:latin typeface="Courier New" panose="02070309020205020404" pitchFamily="49" charset="0"/>
                <a:cs typeface="Courier New" panose="02070309020205020404" pitchFamily="49" charset="0"/>
              </a:rPr>
              <a:t>HelloClient</a:t>
            </a:r>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public static void main (String[] </a:t>
            </a:r>
            <a:r>
              <a:rPr lang="en-US" sz="1200" dirty="0" err="1">
                <a:latin typeface="Courier New" panose="02070309020205020404" pitchFamily="49" charset="0"/>
                <a:cs typeface="Courier New" panose="02070309020205020404" pitchFamily="49" charset="0"/>
              </a:rPr>
              <a:t>args</a:t>
            </a:r>
            <a:r>
              <a:rPr lang="en-US" sz="1200" dirty="0">
                <a:latin typeface="Courier New" panose="02070309020205020404" pitchFamily="49" charset="0"/>
                <a:cs typeface="Courier New" panose="02070309020205020404" pitchFamily="49" charset="0"/>
              </a:rPr>
              <a:t>) throws Exception {</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HelloWorldInterface</a:t>
            </a:r>
            <a:r>
              <a:rPr lang="en-US" sz="1200" dirty="0">
                <a:latin typeface="Courier New" panose="02070309020205020404" pitchFamily="49" charset="0"/>
                <a:cs typeface="Courier New" panose="02070309020205020404" pitchFamily="49" charset="0"/>
              </a:rPr>
              <a:t> hello;</a:t>
            </a:r>
          </a:p>
          <a:p>
            <a:r>
              <a:rPr lang="en-US" sz="1200" dirty="0">
                <a:latin typeface="Courier New" panose="02070309020205020404" pitchFamily="49" charset="0"/>
                <a:cs typeface="Courier New" panose="02070309020205020404" pitchFamily="49" charset="0"/>
              </a:rPr>
              <a:t>      String name = "</a:t>
            </a:r>
            <a:r>
              <a:rPr lang="en-US" sz="1200" dirty="0" err="1">
                <a:latin typeface="Courier New" panose="02070309020205020404" pitchFamily="49" charset="0"/>
                <a:cs typeface="Courier New" panose="02070309020205020404" pitchFamily="49" charset="0"/>
              </a:rPr>
              <a:t>rmi</a:t>
            </a:r>
            <a:r>
              <a:rPr lang="en-US" sz="1200" dirty="0">
                <a:latin typeface="Courier New" panose="02070309020205020404" pitchFamily="49" charset="0"/>
                <a:cs typeface="Courier New" panose="02070309020205020404" pitchFamily="49" charset="0"/>
              </a:rPr>
              <a:t>://hostname/</a:t>
            </a:r>
            <a:r>
              <a:rPr lang="en-US" sz="1200" dirty="0" err="1">
                <a:latin typeface="Courier New" panose="02070309020205020404" pitchFamily="49" charset="0"/>
                <a:cs typeface="Courier New" panose="02070309020205020404" pitchFamily="49" charset="0"/>
              </a:rPr>
              <a:t>HelloWorldServer</a:t>
            </a:r>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hello = (</a:t>
            </a:r>
            <a:r>
              <a:rPr lang="en-US" sz="1200" dirty="0" err="1">
                <a:latin typeface="Courier New" panose="02070309020205020404" pitchFamily="49" charset="0"/>
                <a:cs typeface="Courier New" panose="02070309020205020404" pitchFamily="49" charset="0"/>
              </a:rPr>
              <a:t>HelloWorldInterface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Naming.lookup</a:t>
            </a:r>
            <a:r>
              <a:rPr lang="en-US" sz="1200" dirty="0">
                <a:latin typeface="Courier New" panose="02070309020205020404" pitchFamily="49" charset="0"/>
                <a:cs typeface="Courier New" panose="02070309020205020404" pitchFamily="49" charset="0"/>
              </a:rPr>
              <a:t>(name);</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System.out.println</a:t>
            </a:r>
            <a:r>
              <a:rPr lang="en-US" sz="1200" dirty="0">
                <a:latin typeface="Courier New" panose="02070309020205020404" pitchFamily="49" charset="0"/>
                <a:cs typeface="Courier New" panose="02070309020205020404" pitchFamily="49" charset="0"/>
              </a:rPr>
              <a:t>(</a:t>
            </a:r>
            <a:r>
              <a:rPr lang="en-US" sz="1200" dirty="0" err="1">
                <a:latin typeface="Courier New" panose="02070309020205020404" pitchFamily="49" charset="0"/>
                <a:cs typeface="Courier New" panose="02070309020205020404" pitchFamily="49" charset="0"/>
              </a:rPr>
              <a:t>hello.sayHello</a:t>
            </a:r>
            <a:r>
              <a:rPr lang="en-US" sz="1200" dirty="0">
                <a:latin typeface="Courier New" panose="02070309020205020404" pitchFamily="49" charset="0"/>
                <a:cs typeface="Courier New" panose="02070309020205020404" pitchFamily="49" charset="0"/>
              </a:rPr>
              <a:t>("Alberto"));</a:t>
            </a:r>
          </a:p>
          <a:p>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08919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4B6166-A84E-440F-BFE6-D888E26BB365}"/>
              </a:ext>
            </a:extLst>
          </p:cNvPr>
          <p:cNvSpPr/>
          <p:nvPr/>
        </p:nvSpPr>
        <p:spPr>
          <a:xfrm>
            <a:off x="0" y="0"/>
            <a:ext cx="9144000" cy="457200"/>
          </a:xfrm>
          <a:prstGeom prst="rect">
            <a:avLst/>
          </a:prstGeom>
          <a:gradFill flip="none" rotWithShape="1">
            <a:gsLst>
              <a:gs pos="0">
                <a:srgbClr val="E2E2E2"/>
              </a:gs>
              <a:gs pos="100000">
                <a:srgbClr val="F0F0F0"/>
              </a:gs>
            </a:gsLst>
            <a:lin ang="2700000" scaled="1"/>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D80F5CDC-2F1F-47D3-8C33-2E4B68C75AF9}"/>
              </a:ext>
            </a:extLst>
          </p:cNvPr>
          <p:cNvSpPr txBox="1"/>
          <p:nvPr/>
        </p:nvSpPr>
        <p:spPr>
          <a:xfrm>
            <a:off x="238125" y="43934"/>
            <a:ext cx="1843774" cy="369332"/>
          </a:xfrm>
          <a:prstGeom prst="rect">
            <a:avLst/>
          </a:prstGeom>
          <a:noFill/>
        </p:spPr>
        <p:txBody>
          <a:bodyPr wrap="none" rtlCol="0">
            <a:spAutoFit/>
          </a:bodyPr>
          <a:lstStyle/>
          <a:p>
            <a:r>
              <a:rPr lang="en-US" b="1" dirty="0"/>
              <a:t>CMSC 603 - HPDS</a:t>
            </a:r>
          </a:p>
        </p:txBody>
      </p:sp>
      <p:sp>
        <p:nvSpPr>
          <p:cNvPr id="4" name="TextBox 3">
            <a:extLst>
              <a:ext uri="{FF2B5EF4-FFF2-40B4-BE49-F238E27FC236}">
                <a16:creationId xmlns:a16="http://schemas.microsoft.com/office/drawing/2014/main" id="{CFA47622-3DC7-4A46-9871-79EAF68D98E5}"/>
              </a:ext>
            </a:extLst>
          </p:cNvPr>
          <p:cNvSpPr txBox="1"/>
          <p:nvPr/>
        </p:nvSpPr>
        <p:spPr>
          <a:xfrm>
            <a:off x="6473188" y="43934"/>
            <a:ext cx="2550186" cy="369332"/>
          </a:xfrm>
          <a:prstGeom prst="rect">
            <a:avLst/>
          </a:prstGeom>
          <a:noFill/>
        </p:spPr>
        <p:txBody>
          <a:bodyPr wrap="none" rtlCol="0">
            <a:spAutoFit/>
          </a:bodyPr>
          <a:lstStyle/>
          <a:p>
            <a:pPr algn="r"/>
            <a:r>
              <a:rPr lang="en-US" b="1" dirty="0"/>
              <a:t>Java parallelism and RMI</a:t>
            </a:r>
          </a:p>
        </p:txBody>
      </p:sp>
      <p:sp>
        <p:nvSpPr>
          <p:cNvPr id="7" name="TextBox 6">
            <a:extLst>
              <a:ext uri="{FF2B5EF4-FFF2-40B4-BE49-F238E27FC236}">
                <a16:creationId xmlns:a16="http://schemas.microsoft.com/office/drawing/2014/main" id="{2F8E48E4-A8FC-4343-9E21-32744D3C0F29}"/>
              </a:ext>
            </a:extLst>
          </p:cNvPr>
          <p:cNvSpPr txBox="1"/>
          <p:nvPr/>
        </p:nvSpPr>
        <p:spPr>
          <a:xfrm>
            <a:off x="0" y="457200"/>
            <a:ext cx="9144000" cy="4257576"/>
          </a:xfrm>
          <a:prstGeom prst="rect">
            <a:avLst/>
          </a:prstGeom>
          <a:noFill/>
        </p:spPr>
        <p:txBody>
          <a:bodyPr wrap="square" lIns="457200" tIns="182880" rIns="457200" bIns="0" rtlCol="0">
            <a:spAutoFit/>
          </a:bodyPr>
          <a:lstStyle/>
          <a:p>
            <a:pPr>
              <a:spcAft>
                <a:spcPts val="1000"/>
              </a:spcAft>
            </a:pPr>
            <a:r>
              <a:rPr lang="en-US" dirty="0"/>
              <a:t>Running the registry, server, and client</a:t>
            </a:r>
          </a:p>
          <a:p>
            <a:pPr marL="800100" lvl="1" indent="-342900">
              <a:spcAft>
                <a:spcPts val="1000"/>
              </a:spcAft>
              <a:buFont typeface="Arial" panose="020B0604020202020204" pitchFamily="34" charset="0"/>
              <a:buChar char="•"/>
            </a:pPr>
            <a:r>
              <a:rPr lang="en-US" dirty="0"/>
              <a:t>Run the registry at the server (</a:t>
            </a:r>
            <a:r>
              <a:rPr lang="en-US" b="1" dirty="0"/>
              <a:t>locate at bin path</a:t>
            </a:r>
            <a:r>
              <a:rPr lang="en-US" dirty="0"/>
              <a:t>):    </a:t>
            </a:r>
            <a:r>
              <a:rPr lang="en-US" dirty="0" err="1"/>
              <a:t>rmiregistry</a:t>
            </a:r>
            <a:endParaRPr lang="en-US" dirty="0"/>
          </a:p>
          <a:p>
            <a:pPr marL="800100" lvl="1" indent="-342900">
              <a:spcAft>
                <a:spcPts val="1000"/>
              </a:spcAft>
              <a:buFont typeface="Arial" panose="020B0604020202020204" pitchFamily="34" charset="0"/>
              <a:buChar char="•"/>
            </a:pPr>
            <a:r>
              <a:rPr lang="en-US" dirty="0"/>
              <a:t>Run the server program at the server:    java </a:t>
            </a:r>
            <a:r>
              <a:rPr lang="en-US" dirty="0" err="1"/>
              <a:t>HelloServer</a:t>
            </a:r>
            <a:endParaRPr lang="en-US" dirty="0"/>
          </a:p>
          <a:p>
            <a:pPr marL="800100" lvl="1" indent="-342900">
              <a:buFont typeface="Arial" panose="020B0604020202020204" pitchFamily="34" charset="0"/>
              <a:buChar char="•"/>
            </a:pPr>
            <a:r>
              <a:rPr lang="en-US" dirty="0"/>
              <a:t>Run the client program at the client:      java </a:t>
            </a:r>
            <a:r>
              <a:rPr lang="en-US" dirty="0" err="1"/>
              <a:t>HelloClient</a:t>
            </a:r>
            <a:endParaRPr lang="en-US" dirty="0"/>
          </a:p>
          <a:p>
            <a:pPr marL="800100" lvl="1" indent="-342900">
              <a:buFont typeface="Arial" panose="020B0604020202020204" pitchFamily="34" charset="0"/>
              <a:buChar char="•"/>
            </a:pPr>
            <a:endParaRPr lang="en-US" dirty="0"/>
          </a:p>
          <a:p>
            <a:pPr>
              <a:spcAft>
                <a:spcPts val="1000"/>
              </a:spcAft>
            </a:pPr>
            <a:r>
              <a:rPr lang="en-US" dirty="0"/>
              <a:t>Summary</a:t>
            </a:r>
          </a:p>
          <a:p>
            <a:pPr marL="914400" lvl="1" indent="-457200">
              <a:spcAft>
                <a:spcPts val="1000"/>
              </a:spcAft>
              <a:buFont typeface="+mj-lt"/>
              <a:buAutoNum type="arabicPeriod"/>
            </a:pPr>
            <a:r>
              <a:rPr lang="en-US" dirty="0"/>
              <a:t>Start the registry server, </a:t>
            </a:r>
            <a:r>
              <a:rPr lang="en-US" dirty="0" err="1"/>
              <a:t>rmiregistry</a:t>
            </a:r>
            <a:endParaRPr lang="en-US" dirty="0"/>
          </a:p>
          <a:p>
            <a:pPr marL="914400" lvl="1" indent="-457200">
              <a:spcAft>
                <a:spcPts val="1000"/>
              </a:spcAft>
              <a:buFont typeface="+mj-lt"/>
              <a:buAutoNum type="arabicPeriod"/>
            </a:pPr>
            <a:r>
              <a:rPr lang="en-US" dirty="0"/>
              <a:t>Start the object server, the server registers an object in the registry</a:t>
            </a:r>
          </a:p>
          <a:p>
            <a:pPr marL="914400" lvl="1" indent="-457200">
              <a:spcAft>
                <a:spcPts val="1000"/>
              </a:spcAft>
              <a:buFont typeface="+mj-lt"/>
              <a:buAutoNum type="arabicPeriod"/>
            </a:pPr>
            <a:r>
              <a:rPr lang="en-US" dirty="0"/>
              <a:t>Start the client, the client looks up the object in the registry, makes a request</a:t>
            </a:r>
          </a:p>
          <a:p>
            <a:pPr marL="914400" lvl="1" indent="-457200">
              <a:spcAft>
                <a:spcPts val="1000"/>
              </a:spcAft>
              <a:buFont typeface="+mj-lt"/>
              <a:buAutoNum type="arabicPeriod"/>
            </a:pPr>
            <a:r>
              <a:rPr lang="en-US" dirty="0"/>
              <a:t>The Stub classes on client and server talk to each other</a:t>
            </a:r>
          </a:p>
          <a:p>
            <a:pPr lvl="1">
              <a:spcAft>
                <a:spcPts val="1000"/>
              </a:spcAft>
            </a:pPr>
            <a:r>
              <a:rPr lang="en-US" dirty="0"/>
              <a:t>EXTREMELY useful for remote procedures / distributed computing / botnet</a:t>
            </a:r>
          </a:p>
        </p:txBody>
      </p:sp>
      <p:pic>
        <p:nvPicPr>
          <p:cNvPr id="10" name="Picture 9" descr="A picture containing drawing&#10;&#10;Description automatically generated">
            <a:extLst>
              <a:ext uri="{FF2B5EF4-FFF2-40B4-BE49-F238E27FC236}">
                <a16:creationId xmlns:a16="http://schemas.microsoft.com/office/drawing/2014/main" id="{F5964E89-3E07-46A2-AB55-1C66F44B1704}"/>
              </a:ext>
            </a:extLst>
          </p:cNvPr>
          <p:cNvPicPr>
            <a:picLocks noChangeAspect="1"/>
          </p:cNvPicPr>
          <p:nvPr/>
        </p:nvPicPr>
        <p:blipFill>
          <a:blip r:embed="rId3">
            <a:alphaModFix/>
          </a:blip>
          <a:stretch>
            <a:fillRect/>
          </a:stretch>
        </p:blipFill>
        <p:spPr>
          <a:xfrm>
            <a:off x="3511244" y="91440"/>
            <a:ext cx="2121513" cy="274320"/>
          </a:xfrm>
          <a:prstGeom prst="rect">
            <a:avLst/>
          </a:prstGeom>
        </p:spPr>
      </p:pic>
    </p:spTree>
    <p:extLst>
      <p:ext uri="{BB962C8B-B14F-4D97-AF65-F5344CB8AC3E}">
        <p14:creationId xmlns:p14="http://schemas.microsoft.com/office/powerpoint/2010/main" val="679143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9DBAF1C2-9FB6-4290-AD3E-99D6A931443F}"/>
              </a:ext>
            </a:extLst>
          </p:cNvPr>
          <p:cNvSpPr>
            <a:spLocks noGrp="1"/>
          </p:cNvSpPr>
          <p:nvPr>
            <p:ph type="ctrTitle"/>
          </p:nvPr>
        </p:nvSpPr>
        <p:spPr>
          <a:xfrm>
            <a:off x="2880360" y="418794"/>
            <a:ext cx="5577840" cy="1554479"/>
          </a:xfrm>
        </p:spPr>
        <p:txBody>
          <a:bodyPr/>
          <a:lstStyle/>
          <a:p>
            <a:r>
              <a:rPr lang="en-US" altLang="en-US" dirty="0">
                <a:solidFill>
                  <a:schemeClr val="bg1"/>
                </a:solidFill>
              </a:rPr>
              <a:t>CMSC 603</a:t>
            </a:r>
            <a:br>
              <a:rPr lang="en-US" altLang="en-US" dirty="0">
                <a:solidFill>
                  <a:schemeClr val="bg1"/>
                </a:solidFill>
              </a:rPr>
            </a:br>
            <a:r>
              <a:rPr lang="en-US" altLang="en-US" dirty="0">
                <a:solidFill>
                  <a:schemeClr val="bg1"/>
                </a:solidFill>
              </a:rPr>
              <a:t>High-Performance Distributed Systems</a:t>
            </a:r>
          </a:p>
        </p:txBody>
      </p:sp>
      <p:sp>
        <p:nvSpPr>
          <p:cNvPr id="3" name="Subtitle 2">
            <a:extLst>
              <a:ext uri="{FF2B5EF4-FFF2-40B4-BE49-F238E27FC236}">
                <a16:creationId xmlns:a16="http://schemas.microsoft.com/office/drawing/2014/main" id="{192CDDD7-DDB7-43AE-BECD-19516B258AB9}"/>
              </a:ext>
            </a:extLst>
          </p:cNvPr>
          <p:cNvSpPr>
            <a:spLocks noGrp="1"/>
          </p:cNvSpPr>
          <p:nvPr>
            <p:ph type="subTitle" idx="1"/>
          </p:nvPr>
        </p:nvSpPr>
        <p:spPr>
          <a:xfrm>
            <a:off x="3223260" y="2398088"/>
            <a:ext cx="4892040" cy="727710"/>
          </a:xfrm>
        </p:spPr>
        <p:txBody>
          <a:bodyPr rtlCol="0">
            <a:normAutofit/>
          </a:bodyPr>
          <a:lstStyle/>
          <a:p>
            <a:pPr fontAlgn="auto">
              <a:spcAft>
                <a:spcPts val="0"/>
              </a:spcAft>
              <a:defRPr/>
            </a:pPr>
            <a:r>
              <a:rPr lang="en-US" dirty="0">
                <a:solidFill>
                  <a:schemeClr val="bg1"/>
                </a:solidFill>
                <a:latin typeface="+mj-lt"/>
                <a:ea typeface="+mn-ea"/>
              </a:rPr>
              <a:t>Java parallelism and RMI</a:t>
            </a:r>
          </a:p>
        </p:txBody>
      </p:sp>
      <p:sp>
        <p:nvSpPr>
          <p:cNvPr id="2" name="TextBox 1">
            <a:extLst>
              <a:ext uri="{FF2B5EF4-FFF2-40B4-BE49-F238E27FC236}">
                <a16:creationId xmlns:a16="http://schemas.microsoft.com/office/drawing/2014/main" id="{0D1FECE5-4D6B-49DE-9441-EFA9D6C573F0}"/>
              </a:ext>
            </a:extLst>
          </p:cNvPr>
          <p:cNvSpPr txBox="1"/>
          <p:nvPr/>
        </p:nvSpPr>
        <p:spPr>
          <a:xfrm>
            <a:off x="4773746" y="3468349"/>
            <a:ext cx="4038734" cy="1785104"/>
          </a:xfrm>
          <a:prstGeom prst="rect">
            <a:avLst/>
          </a:prstGeom>
          <a:noFill/>
        </p:spPr>
        <p:txBody>
          <a:bodyPr wrap="none" rtlCol="0">
            <a:spAutoFit/>
          </a:bodyPr>
          <a:lstStyle/>
          <a:p>
            <a:pPr algn="ctr"/>
            <a:r>
              <a:rPr lang="en-US" sz="2200" dirty="0">
                <a:solidFill>
                  <a:schemeClr val="bg1"/>
                </a:solidFill>
              </a:rPr>
              <a:t>Dr. Preetam Ghosh</a:t>
            </a:r>
          </a:p>
          <a:p>
            <a:pPr algn="ctr"/>
            <a:r>
              <a:rPr lang="en-US" sz="2200" dirty="0">
                <a:solidFill>
                  <a:schemeClr val="bg1"/>
                </a:solidFill>
              </a:rPr>
              <a:t>Professor</a:t>
            </a:r>
          </a:p>
          <a:p>
            <a:pPr algn="ctr"/>
            <a:r>
              <a:rPr lang="en-US" sz="2200" dirty="0">
                <a:solidFill>
                  <a:schemeClr val="bg1"/>
                </a:solidFill>
              </a:rPr>
              <a:t>Department of Computer Science</a:t>
            </a:r>
          </a:p>
          <a:p>
            <a:pPr algn="ctr"/>
            <a:r>
              <a:rPr lang="en-US" sz="2200" dirty="0">
                <a:solidFill>
                  <a:schemeClr val="bg1"/>
                </a:solidFill>
              </a:rPr>
              <a:t>pghosh@vcu.edu</a:t>
            </a:r>
          </a:p>
          <a:p>
            <a:pPr algn="r"/>
            <a:endParaRPr lang="en-US" sz="2200" dirty="0">
              <a:solidFill>
                <a:schemeClr val="bg1"/>
              </a:solidFill>
            </a:endParaRPr>
          </a:p>
        </p:txBody>
      </p:sp>
    </p:spTree>
    <p:extLst>
      <p:ext uri="{BB962C8B-B14F-4D97-AF65-F5344CB8AC3E}">
        <p14:creationId xmlns:p14="http://schemas.microsoft.com/office/powerpoint/2010/main" val="3347292253"/>
      </p:ext>
    </p:extLst>
  </p:cSld>
  <p:clrMapOvr>
    <a:masterClrMapping/>
  </p:clrMapOvr>
</p:sld>
</file>

<file path=ppt/theme/theme1.xml><?xml version="1.0" encoding="utf-8"?>
<a:theme xmlns:a="http://schemas.openxmlformats.org/drawingml/2006/main" name="VCU Egr Gold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VCU Egr Grey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VCU Egr Gold Angle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VCU Egr Grey Angle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673</TotalTime>
  <Words>1764</Words>
  <Application>Microsoft Office PowerPoint</Application>
  <PresentationFormat>On-screen Show (16:9)</PresentationFormat>
  <Paragraphs>285</Paragraphs>
  <Slides>19</Slides>
  <Notes>17</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19</vt:i4>
      </vt:variant>
    </vt:vector>
  </HeadingPairs>
  <TitlesOfParts>
    <vt:vector size="26" baseType="lpstr">
      <vt:lpstr>Arial</vt:lpstr>
      <vt:lpstr>Calibri</vt:lpstr>
      <vt:lpstr>Courier New</vt:lpstr>
      <vt:lpstr>VCU Egr Gold </vt:lpstr>
      <vt:lpstr>VCU Egr Grey </vt:lpstr>
      <vt:lpstr>VCU Egr Gold Angle </vt:lpstr>
      <vt:lpstr>VCU Egr Grey Angle </vt:lpstr>
      <vt:lpstr>CMSC 603 High-Performance Distributed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CMSC 603 High-Performance Distributed Systems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CMSC 603</dc:title>
  <dc:creator>Alberto Cano</dc:creator>
  <cp:lastModifiedBy>Preetam Ghosh</cp:lastModifiedBy>
  <cp:revision>224</cp:revision>
  <dcterms:created xsi:type="dcterms:W3CDTF">2016-04-01T17:42:41Z</dcterms:created>
  <dcterms:modified xsi:type="dcterms:W3CDTF">2025-09-03T05:48:08Z</dcterms:modified>
</cp:coreProperties>
</file>