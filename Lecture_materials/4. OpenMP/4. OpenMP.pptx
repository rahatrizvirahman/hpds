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86" r:id="rId2"/>
    <p:sldMasterId id="2147483672" r:id="rId3"/>
    <p:sldMasterId id="2147483688" r:id="rId4"/>
  </p:sldMasterIdLst>
  <p:notesMasterIdLst>
    <p:notesMasterId r:id="rId27"/>
  </p:notesMasterIdLst>
  <p:sldIdLst>
    <p:sldId id="258"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9" r:id="rId18"/>
    <p:sldId id="291" r:id="rId19"/>
    <p:sldId id="292" r:id="rId20"/>
    <p:sldId id="285" r:id="rId21"/>
    <p:sldId id="286" r:id="rId22"/>
    <p:sldId id="287" r:id="rId23"/>
    <p:sldId id="288" r:id="rId24"/>
    <p:sldId id="290" r:id="rId25"/>
    <p:sldId id="270" r:id="rId26"/>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C2D"/>
    <a:srgbClr val="000000"/>
    <a:srgbClr val="F0F0F0"/>
    <a:srgbClr val="E2E2E2"/>
    <a:srgbClr val="FEB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52" autoAdjust="0"/>
    <p:restoredTop sz="95878" autoAdjust="0"/>
  </p:normalViewPr>
  <p:slideViewPr>
    <p:cSldViewPr snapToGrid="0" snapToObjects="1">
      <p:cViewPr varScale="1">
        <p:scale>
          <a:sx n="141" d="100"/>
          <a:sy n="141" d="100"/>
        </p:scale>
        <p:origin x="930" y="12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D0B49E-D587-4D05-9A27-3AEC5171794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29A050D4-E039-465F-B72C-CC8A7311291F}"/>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0B6880E2-0A2B-40C6-A465-19E434308345}" type="datetimeFigureOut">
              <a:rPr lang="en-US" altLang="en-US"/>
              <a:pPr/>
              <a:t>9/3/2025</a:t>
            </a:fld>
            <a:endParaRPr lang="en-US" altLang="en-US"/>
          </a:p>
        </p:txBody>
      </p:sp>
      <p:sp>
        <p:nvSpPr>
          <p:cNvPr id="4" name="Slide Image Placeholder 3">
            <a:extLst>
              <a:ext uri="{FF2B5EF4-FFF2-40B4-BE49-F238E27FC236}">
                <a16:creationId xmlns:a16="http://schemas.microsoft.com/office/drawing/2014/main" id="{C262D0BC-2A47-4A32-B613-836DCCE55E6A}"/>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E6856CD-48CD-4489-9149-0CA79815BDA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1952676-18C4-4D23-A85D-54CD22CC0E1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41DAF1E0-10D3-45CC-9D1A-9C40A314A57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0AC947F-BBC7-4FDB-A6DB-1EC6A7310C3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2</a:t>
            </a:fld>
            <a:endParaRPr lang="en-US" altLang="en-US"/>
          </a:p>
        </p:txBody>
      </p:sp>
    </p:spTree>
    <p:extLst>
      <p:ext uri="{BB962C8B-B14F-4D97-AF65-F5344CB8AC3E}">
        <p14:creationId xmlns:p14="http://schemas.microsoft.com/office/powerpoint/2010/main" val="3952104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3</a:t>
            </a:fld>
            <a:endParaRPr lang="en-US" altLang="en-US"/>
          </a:p>
        </p:txBody>
      </p:sp>
    </p:spTree>
    <p:extLst>
      <p:ext uri="{BB962C8B-B14F-4D97-AF65-F5344CB8AC3E}">
        <p14:creationId xmlns:p14="http://schemas.microsoft.com/office/powerpoint/2010/main" val="3160681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4</a:t>
            </a:fld>
            <a:endParaRPr lang="en-US" altLang="en-US"/>
          </a:p>
        </p:txBody>
      </p:sp>
    </p:spTree>
    <p:extLst>
      <p:ext uri="{BB962C8B-B14F-4D97-AF65-F5344CB8AC3E}">
        <p14:creationId xmlns:p14="http://schemas.microsoft.com/office/powerpoint/2010/main" val="3538025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5</a:t>
            </a:fld>
            <a:endParaRPr lang="en-US" altLang="en-US"/>
          </a:p>
        </p:txBody>
      </p:sp>
    </p:spTree>
    <p:extLst>
      <p:ext uri="{BB962C8B-B14F-4D97-AF65-F5344CB8AC3E}">
        <p14:creationId xmlns:p14="http://schemas.microsoft.com/office/powerpoint/2010/main" val="3286744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6</a:t>
            </a:fld>
            <a:endParaRPr lang="en-US" altLang="en-US"/>
          </a:p>
        </p:txBody>
      </p:sp>
    </p:spTree>
    <p:extLst>
      <p:ext uri="{BB962C8B-B14F-4D97-AF65-F5344CB8AC3E}">
        <p14:creationId xmlns:p14="http://schemas.microsoft.com/office/powerpoint/2010/main" val="1196657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7</a:t>
            </a:fld>
            <a:endParaRPr lang="en-US" altLang="en-US"/>
          </a:p>
        </p:txBody>
      </p:sp>
    </p:spTree>
    <p:extLst>
      <p:ext uri="{BB962C8B-B14F-4D97-AF65-F5344CB8AC3E}">
        <p14:creationId xmlns:p14="http://schemas.microsoft.com/office/powerpoint/2010/main" val="146031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8</a:t>
            </a:fld>
            <a:endParaRPr lang="en-US" altLang="en-US"/>
          </a:p>
        </p:txBody>
      </p:sp>
    </p:spTree>
    <p:extLst>
      <p:ext uri="{BB962C8B-B14F-4D97-AF65-F5344CB8AC3E}">
        <p14:creationId xmlns:p14="http://schemas.microsoft.com/office/powerpoint/2010/main" val="2276766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9</a:t>
            </a:fld>
            <a:endParaRPr lang="en-US" altLang="en-US"/>
          </a:p>
        </p:txBody>
      </p:sp>
    </p:spTree>
    <p:extLst>
      <p:ext uri="{BB962C8B-B14F-4D97-AF65-F5344CB8AC3E}">
        <p14:creationId xmlns:p14="http://schemas.microsoft.com/office/powerpoint/2010/main" val="1619148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10</a:t>
            </a:fld>
            <a:endParaRPr lang="en-US" altLang="en-US"/>
          </a:p>
        </p:txBody>
      </p:sp>
    </p:spTree>
    <p:extLst>
      <p:ext uri="{BB962C8B-B14F-4D97-AF65-F5344CB8AC3E}">
        <p14:creationId xmlns:p14="http://schemas.microsoft.com/office/powerpoint/2010/main" val="2959796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11</a:t>
            </a:fld>
            <a:endParaRPr lang="en-US" altLang="en-US"/>
          </a:p>
        </p:txBody>
      </p:sp>
    </p:spTree>
    <p:extLst>
      <p:ext uri="{BB962C8B-B14F-4D97-AF65-F5344CB8AC3E}">
        <p14:creationId xmlns:p14="http://schemas.microsoft.com/office/powerpoint/2010/main" val="2068357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12</a:t>
            </a:fld>
            <a:endParaRPr lang="en-US" altLang="en-US"/>
          </a:p>
        </p:txBody>
      </p:sp>
    </p:spTree>
    <p:extLst>
      <p:ext uri="{BB962C8B-B14F-4D97-AF65-F5344CB8AC3E}">
        <p14:creationId xmlns:p14="http://schemas.microsoft.com/office/powerpoint/2010/main" val="794786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13</a:t>
            </a:fld>
            <a:endParaRPr lang="en-US" altLang="en-US"/>
          </a:p>
        </p:txBody>
      </p:sp>
    </p:spTree>
    <p:extLst>
      <p:ext uri="{BB962C8B-B14F-4D97-AF65-F5344CB8AC3E}">
        <p14:creationId xmlns:p14="http://schemas.microsoft.com/office/powerpoint/2010/main" val="2411387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14</a:t>
            </a:fld>
            <a:endParaRPr lang="en-US" altLang="en-US"/>
          </a:p>
        </p:txBody>
      </p:sp>
    </p:spTree>
    <p:extLst>
      <p:ext uri="{BB962C8B-B14F-4D97-AF65-F5344CB8AC3E}">
        <p14:creationId xmlns:p14="http://schemas.microsoft.com/office/powerpoint/2010/main" val="2986757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15</a:t>
            </a:fld>
            <a:endParaRPr lang="en-US" altLang="en-US"/>
          </a:p>
        </p:txBody>
      </p:sp>
    </p:spTree>
    <p:extLst>
      <p:ext uri="{BB962C8B-B14F-4D97-AF65-F5344CB8AC3E}">
        <p14:creationId xmlns:p14="http://schemas.microsoft.com/office/powerpoint/2010/main" val="1279269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16</a:t>
            </a:fld>
            <a:endParaRPr lang="en-US" altLang="en-US"/>
          </a:p>
        </p:txBody>
      </p:sp>
    </p:spTree>
    <p:extLst>
      <p:ext uri="{BB962C8B-B14F-4D97-AF65-F5344CB8AC3E}">
        <p14:creationId xmlns:p14="http://schemas.microsoft.com/office/powerpoint/2010/main" val="1529001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17</a:t>
            </a:fld>
            <a:endParaRPr lang="en-US" altLang="en-US"/>
          </a:p>
        </p:txBody>
      </p:sp>
    </p:spTree>
    <p:extLst>
      <p:ext uri="{BB962C8B-B14F-4D97-AF65-F5344CB8AC3E}">
        <p14:creationId xmlns:p14="http://schemas.microsoft.com/office/powerpoint/2010/main" val="2335692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18</a:t>
            </a:fld>
            <a:endParaRPr lang="en-US" altLang="en-US"/>
          </a:p>
        </p:txBody>
      </p:sp>
    </p:spTree>
    <p:extLst>
      <p:ext uri="{BB962C8B-B14F-4D97-AF65-F5344CB8AC3E}">
        <p14:creationId xmlns:p14="http://schemas.microsoft.com/office/powerpoint/2010/main" val="1976718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19</a:t>
            </a:fld>
            <a:endParaRPr lang="en-US" altLang="en-US"/>
          </a:p>
        </p:txBody>
      </p:sp>
    </p:spTree>
    <p:extLst>
      <p:ext uri="{BB962C8B-B14F-4D97-AF65-F5344CB8AC3E}">
        <p14:creationId xmlns:p14="http://schemas.microsoft.com/office/powerpoint/2010/main" val="1356680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20</a:t>
            </a:fld>
            <a:endParaRPr lang="en-US" altLang="en-US"/>
          </a:p>
        </p:txBody>
      </p:sp>
    </p:spTree>
    <p:extLst>
      <p:ext uri="{BB962C8B-B14F-4D97-AF65-F5344CB8AC3E}">
        <p14:creationId xmlns:p14="http://schemas.microsoft.com/office/powerpoint/2010/main" val="2311899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21</a:t>
            </a:fld>
            <a:endParaRPr lang="en-US" altLang="en-US"/>
          </a:p>
        </p:txBody>
      </p:sp>
    </p:spTree>
    <p:extLst>
      <p:ext uri="{BB962C8B-B14F-4D97-AF65-F5344CB8AC3E}">
        <p14:creationId xmlns:p14="http://schemas.microsoft.com/office/powerpoint/2010/main" val="559351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C60B012-42FE-4328-9FB6-F8C4D01A1CBA}"/>
              </a:ext>
            </a:extLst>
          </p:cNvPr>
          <p:cNvSpPr>
            <a:spLocks noGrp="1"/>
          </p:cNvSpPr>
          <p:nvPr>
            <p:ph type="dt" sz="half" idx="10"/>
          </p:nvPr>
        </p:nvSpPr>
        <p:spPr/>
        <p:txBody>
          <a:bodyPr/>
          <a:lstStyle>
            <a:lvl1pPr>
              <a:defRPr/>
            </a:lvl1pPr>
          </a:lstStyle>
          <a:p>
            <a:fld id="{7992C0B0-3253-496F-8124-7E81195BA64D}"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E6EBDA0-2D55-463E-A486-744B238EF7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27C8F-357F-462A-82A0-4765AF4F8E85}"/>
              </a:ext>
            </a:extLst>
          </p:cNvPr>
          <p:cNvSpPr>
            <a:spLocks noGrp="1"/>
          </p:cNvSpPr>
          <p:nvPr>
            <p:ph type="sldNum" sz="quarter" idx="12"/>
          </p:nvPr>
        </p:nvSpPr>
        <p:spPr/>
        <p:txBody>
          <a:bodyPr/>
          <a:lstStyle>
            <a:lvl1pPr>
              <a:defRPr/>
            </a:lvl1pPr>
          </a:lstStyle>
          <a:p>
            <a:fld id="{7233D8A8-F2D3-44C8-AF5B-B8299F74FD34}" type="slidenum">
              <a:rPr lang="en-US" altLang="en-US"/>
              <a:pPr/>
              <a:t>‹#›</a:t>
            </a:fld>
            <a:endParaRPr lang="en-US" altLang="en-US"/>
          </a:p>
        </p:txBody>
      </p:sp>
    </p:spTree>
    <p:extLst>
      <p:ext uri="{BB962C8B-B14F-4D97-AF65-F5344CB8AC3E}">
        <p14:creationId xmlns:p14="http://schemas.microsoft.com/office/powerpoint/2010/main" val="3022840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0E475F7-4137-429F-9827-C9A764B91E91}"/>
              </a:ext>
            </a:extLst>
          </p:cNvPr>
          <p:cNvSpPr>
            <a:spLocks noGrp="1"/>
          </p:cNvSpPr>
          <p:nvPr>
            <p:ph type="dt" sz="half" idx="10"/>
          </p:nvPr>
        </p:nvSpPr>
        <p:spPr/>
        <p:txBody>
          <a:bodyPr/>
          <a:lstStyle>
            <a:lvl1pPr>
              <a:defRPr/>
            </a:lvl1pPr>
          </a:lstStyle>
          <a:p>
            <a:fld id="{F72CCDD4-4AB9-4E77-8FAC-13CF81C47959}"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9004FEA6-E86D-49B8-B6AA-F5444889D1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D139C33-77E9-4C5F-987D-92C7DC231ACD}"/>
              </a:ext>
            </a:extLst>
          </p:cNvPr>
          <p:cNvSpPr>
            <a:spLocks noGrp="1"/>
          </p:cNvSpPr>
          <p:nvPr>
            <p:ph type="sldNum" sz="quarter" idx="12"/>
          </p:nvPr>
        </p:nvSpPr>
        <p:spPr/>
        <p:txBody>
          <a:bodyPr/>
          <a:lstStyle>
            <a:lvl1pPr>
              <a:defRPr/>
            </a:lvl1pPr>
          </a:lstStyle>
          <a:p>
            <a:fld id="{0B014F7D-FE77-4C35-B12B-B3A0E48DC789}" type="slidenum">
              <a:rPr lang="en-US" altLang="en-US"/>
              <a:pPr/>
              <a:t>‹#›</a:t>
            </a:fld>
            <a:endParaRPr lang="en-US" altLang="en-US"/>
          </a:p>
        </p:txBody>
      </p:sp>
    </p:spTree>
    <p:extLst>
      <p:ext uri="{BB962C8B-B14F-4D97-AF65-F5344CB8AC3E}">
        <p14:creationId xmlns:p14="http://schemas.microsoft.com/office/powerpoint/2010/main" val="204972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9E6781B-BAA1-4CB9-8D16-CF2475C8DAE0}"/>
              </a:ext>
            </a:extLst>
          </p:cNvPr>
          <p:cNvSpPr>
            <a:spLocks noGrp="1"/>
          </p:cNvSpPr>
          <p:nvPr>
            <p:ph type="dt" sz="half" idx="10"/>
          </p:nvPr>
        </p:nvSpPr>
        <p:spPr/>
        <p:txBody>
          <a:bodyPr/>
          <a:lstStyle>
            <a:lvl1pPr>
              <a:defRPr/>
            </a:lvl1pPr>
          </a:lstStyle>
          <a:p>
            <a:fld id="{7949351B-3F09-4C7F-8A50-E94F71321DC9}"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0EAFE42-633F-4814-8643-0BF0D5F2CC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59F8D0-2E51-48B8-9B98-AC0257EDDBF1}"/>
              </a:ext>
            </a:extLst>
          </p:cNvPr>
          <p:cNvSpPr>
            <a:spLocks noGrp="1"/>
          </p:cNvSpPr>
          <p:nvPr>
            <p:ph type="sldNum" sz="quarter" idx="12"/>
          </p:nvPr>
        </p:nvSpPr>
        <p:spPr/>
        <p:txBody>
          <a:bodyPr/>
          <a:lstStyle>
            <a:lvl1pPr>
              <a:defRPr/>
            </a:lvl1pPr>
          </a:lstStyle>
          <a:p>
            <a:fld id="{8652EDC3-3130-4817-B015-0A31BE8CD6B6}" type="slidenum">
              <a:rPr lang="en-US" altLang="en-US"/>
              <a:pPr/>
              <a:t>‹#›</a:t>
            </a:fld>
            <a:endParaRPr lang="en-US" altLang="en-US"/>
          </a:p>
        </p:txBody>
      </p:sp>
    </p:spTree>
    <p:extLst>
      <p:ext uri="{BB962C8B-B14F-4D97-AF65-F5344CB8AC3E}">
        <p14:creationId xmlns:p14="http://schemas.microsoft.com/office/powerpoint/2010/main" val="374375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BAFDC-910F-42F5-9888-172B18A79588}"/>
              </a:ext>
            </a:extLst>
          </p:cNvPr>
          <p:cNvSpPr>
            <a:spLocks noGrp="1"/>
          </p:cNvSpPr>
          <p:nvPr>
            <p:ph type="dt" sz="half" idx="10"/>
          </p:nvPr>
        </p:nvSpPr>
        <p:spPr/>
        <p:txBody>
          <a:bodyPr/>
          <a:lstStyle>
            <a:lvl1pPr>
              <a:defRPr/>
            </a:lvl1pPr>
          </a:lstStyle>
          <a:p>
            <a:fld id="{75E8ED03-BED0-4F3E-BD78-34BBCB33A5F6}"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3B9F34F3-1B3F-442D-9AA3-3379F16FD63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A02C771-AE13-417D-9EFD-DAB959F76120}"/>
              </a:ext>
            </a:extLst>
          </p:cNvPr>
          <p:cNvSpPr>
            <a:spLocks noGrp="1"/>
          </p:cNvSpPr>
          <p:nvPr>
            <p:ph type="sldNum" sz="quarter" idx="12"/>
          </p:nvPr>
        </p:nvSpPr>
        <p:spPr/>
        <p:txBody>
          <a:bodyPr/>
          <a:lstStyle>
            <a:lvl1pPr>
              <a:defRPr/>
            </a:lvl1pPr>
          </a:lstStyle>
          <a:p>
            <a:fld id="{A7822747-9FE7-4527-94B2-BB16637BC07A}" type="slidenum">
              <a:rPr lang="en-US" altLang="en-US"/>
              <a:pPr/>
              <a:t>‹#›</a:t>
            </a:fld>
            <a:endParaRPr lang="en-US" altLang="en-US"/>
          </a:p>
        </p:txBody>
      </p:sp>
    </p:spTree>
    <p:extLst>
      <p:ext uri="{BB962C8B-B14F-4D97-AF65-F5344CB8AC3E}">
        <p14:creationId xmlns:p14="http://schemas.microsoft.com/office/powerpoint/2010/main" val="3608136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5CB8DD-A668-411E-B28D-94B8DB44E603}"/>
              </a:ext>
            </a:extLst>
          </p:cNvPr>
          <p:cNvSpPr>
            <a:spLocks noGrp="1"/>
          </p:cNvSpPr>
          <p:nvPr>
            <p:ph type="dt" sz="half" idx="10"/>
          </p:nvPr>
        </p:nvSpPr>
        <p:spPr/>
        <p:txBody>
          <a:bodyPr/>
          <a:lstStyle>
            <a:lvl1pPr>
              <a:defRPr/>
            </a:lvl1pPr>
          </a:lstStyle>
          <a:p>
            <a:fld id="{4163B8E6-B207-4E3D-98FD-4DC247BD3AAA}"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24CABEA2-2235-4C9E-AD6D-7150DAA4D3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F62034D-C826-4DEF-8102-1CAB1D99C8F3}"/>
              </a:ext>
            </a:extLst>
          </p:cNvPr>
          <p:cNvSpPr>
            <a:spLocks noGrp="1"/>
          </p:cNvSpPr>
          <p:nvPr>
            <p:ph type="sldNum" sz="quarter" idx="12"/>
          </p:nvPr>
        </p:nvSpPr>
        <p:spPr/>
        <p:txBody>
          <a:bodyPr/>
          <a:lstStyle>
            <a:lvl1pPr>
              <a:defRPr/>
            </a:lvl1pPr>
          </a:lstStyle>
          <a:p>
            <a:fld id="{D2026927-2716-4099-924D-7679E7DDB146}" type="slidenum">
              <a:rPr lang="en-US" altLang="en-US"/>
              <a:pPr/>
              <a:t>‹#›</a:t>
            </a:fld>
            <a:endParaRPr lang="en-US" altLang="en-US"/>
          </a:p>
        </p:txBody>
      </p:sp>
    </p:spTree>
    <p:extLst>
      <p:ext uri="{BB962C8B-B14F-4D97-AF65-F5344CB8AC3E}">
        <p14:creationId xmlns:p14="http://schemas.microsoft.com/office/powerpoint/2010/main" val="3985061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631FA01-E2BB-45BC-A717-4D5CF78359ED}"/>
              </a:ext>
            </a:extLst>
          </p:cNvPr>
          <p:cNvSpPr>
            <a:spLocks noGrp="1"/>
          </p:cNvSpPr>
          <p:nvPr>
            <p:ph type="dt" sz="half" idx="10"/>
          </p:nvPr>
        </p:nvSpPr>
        <p:spPr/>
        <p:txBody>
          <a:bodyPr/>
          <a:lstStyle>
            <a:lvl1pPr>
              <a:defRPr/>
            </a:lvl1pPr>
          </a:lstStyle>
          <a:p>
            <a:fld id="{ACC482DA-2221-4B41-9A3B-2975C7CF4382}"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0C32F0D1-80F9-4F76-ABBF-BA02A9306E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45B83B4-F39C-4CD9-AAF4-FFB7A8C1B601}"/>
              </a:ext>
            </a:extLst>
          </p:cNvPr>
          <p:cNvSpPr>
            <a:spLocks noGrp="1"/>
          </p:cNvSpPr>
          <p:nvPr>
            <p:ph type="sldNum" sz="quarter" idx="12"/>
          </p:nvPr>
        </p:nvSpPr>
        <p:spPr/>
        <p:txBody>
          <a:bodyPr/>
          <a:lstStyle>
            <a:lvl1pPr>
              <a:defRPr/>
            </a:lvl1pPr>
          </a:lstStyle>
          <a:p>
            <a:fld id="{FEF9B07D-761B-4C4F-BE77-161609DB59F0}" type="slidenum">
              <a:rPr lang="en-US" altLang="en-US"/>
              <a:pPr/>
              <a:t>‹#›</a:t>
            </a:fld>
            <a:endParaRPr lang="en-US" altLang="en-US"/>
          </a:p>
        </p:txBody>
      </p:sp>
    </p:spTree>
    <p:extLst>
      <p:ext uri="{BB962C8B-B14F-4D97-AF65-F5344CB8AC3E}">
        <p14:creationId xmlns:p14="http://schemas.microsoft.com/office/powerpoint/2010/main" val="343665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0FF6EF5-BAE3-4020-932B-F6D5EC75FB8E}"/>
              </a:ext>
            </a:extLst>
          </p:cNvPr>
          <p:cNvSpPr>
            <a:spLocks noGrp="1"/>
          </p:cNvSpPr>
          <p:nvPr>
            <p:ph type="dt" sz="half" idx="10"/>
          </p:nvPr>
        </p:nvSpPr>
        <p:spPr/>
        <p:txBody>
          <a:bodyPr/>
          <a:lstStyle>
            <a:lvl1pPr>
              <a:defRPr/>
            </a:lvl1pPr>
          </a:lstStyle>
          <a:p>
            <a:fld id="{CEF7CE34-7A3A-4549-9860-485C21484BFD}" type="datetimeFigureOut">
              <a:rPr lang="en-US" altLang="en-US"/>
              <a:pPr/>
              <a:t>9/3/2025</a:t>
            </a:fld>
            <a:endParaRPr lang="en-US" altLang="en-US"/>
          </a:p>
        </p:txBody>
      </p:sp>
      <p:sp>
        <p:nvSpPr>
          <p:cNvPr id="8" name="Footer Placeholder 4">
            <a:extLst>
              <a:ext uri="{FF2B5EF4-FFF2-40B4-BE49-F238E27FC236}">
                <a16:creationId xmlns:a16="http://schemas.microsoft.com/office/drawing/2014/main" id="{CB85126A-A74C-4FBC-9D7D-A4D5763C4EA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91D82D7-2B8A-466F-BB4E-9810EFA59CE5}"/>
              </a:ext>
            </a:extLst>
          </p:cNvPr>
          <p:cNvSpPr>
            <a:spLocks noGrp="1"/>
          </p:cNvSpPr>
          <p:nvPr>
            <p:ph type="sldNum" sz="quarter" idx="12"/>
          </p:nvPr>
        </p:nvSpPr>
        <p:spPr/>
        <p:txBody>
          <a:bodyPr/>
          <a:lstStyle>
            <a:lvl1pPr>
              <a:defRPr/>
            </a:lvl1pPr>
          </a:lstStyle>
          <a:p>
            <a:fld id="{556C3E10-9CF0-4AD2-AABB-7D669AAF3746}" type="slidenum">
              <a:rPr lang="en-US" altLang="en-US"/>
              <a:pPr/>
              <a:t>‹#›</a:t>
            </a:fld>
            <a:endParaRPr lang="en-US" altLang="en-US"/>
          </a:p>
        </p:txBody>
      </p:sp>
    </p:spTree>
    <p:extLst>
      <p:ext uri="{BB962C8B-B14F-4D97-AF65-F5344CB8AC3E}">
        <p14:creationId xmlns:p14="http://schemas.microsoft.com/office/powerpoint/2010/main" val="4224101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DF8B361-5F7C-4DFA-BFF9-C202F5FDD760}"/>
              </a:ext>
            </a:extLst>
          </p:cNvPr>
          <p:cNvSpPr>
            <a:spLocks noGrp="1"/>
          </p:cNvSpPr>
          <p:nvPr>
            <p:ph type="dt" sz="half" idx="10"/>
          </p:nvPr>
        </p:nvSpPr>
        <p:spPr/>
        <p:txBody>
          <a:bodyPr/>
          <a:lstStyle>
            <a:lvl1pPr>
              <a:defRPr/>
            </a:lvl1pPr>
          </a:lstStyle>
          <a:p>
            <a:fld id="{A30D67D1-57DC-4F9D-BAA3-85BE1639ED2E}" type="datetimeFigureOut">
              <a:rPr lang="en-US" altLang="en-US"/>
              <a:pPr/>
              <a:t>9/3/2025</a:t>
            </a:fld>
            <a:endParaRPr lang="en-US" altLang="en-US"/>
          </a:p>
        </p:txBody>
      </p:sp>
      <p:sp>
        <p:nvSpPr>
          <p:cNvPr id="4" name="Footer Placeholder 4">
            <a:extLst>
              <a:ext uri="{FF2B5EF4-FFF2-40B4-BE49-F238E27FC236}">
                <a16:creationId xmlns:a16="http://schemas.microsoft.com/office/drawing/2014/main" id="{4A0545F0-089F-41C6-A9CF-E6DDE48D180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81C5EFA-6EC5-4D97-B52D-20918D9F9631}"/>
              </a:ext>
            </a:extLst>
          </p:cNvPr>
          <p:cNvSpPr>
            <a:spLocks noGrp="1"/>
          </p:cNvSpPr>
          <p:nvPr>
            <p:ph type="sldNum" sz="quarter" idx="12"/>
          </p:nvPr>
        </p:nvSpPr>
        <p:spPr/>
        <p:txBody>
          <a:bodyPr/>
          <a:lstStyle>
            <a:lvl1pPr>
              <a:defRPr/>
            </a:lvl1pPr>
          </a:lstStyle>
          <a:p>
            <a:fld id="{0C2ABABE-5C4C-4235-A1E6-635B63BC9220}" type="slidenum">
              <a:rPr lang="en-US" altLang="en-US"/>
              <a:pPr/>
              <a:t>‹#›</a:t>
            </a:fld>
            <a:endParaRPr lang="en-US" altLang="en-US"/>
          </a:p>
        </p:txBody>
      </p:sp>
    </p:spTree>
    <p:extLst>
      <p:ext uri="{BB962C8B-B14F-4D97-AF65-F5344CB8AC3E}">
        <p14:creationId xmlns:p14="http://schemas.microsoft.com/office/powerpoint/2010/main" val="301916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08DA10F-DFB8-4A17-8254-422B9683F73A}"/>
              </a:ext>
            </a:extLst>
          </p:cNvPr>
          <p:cNvSpPr>
            <a:spLocks noGrp="1"/>
          </p:cNvSpPr>
          <p:nvPr>
            <p:ph type="dt" sz="half" idx="10"/>
          </p:nvPr>
        </p:nvSpPr>
        <p:spPr/>
        <p:txBody>
          <a:bodyPr/>
          <a:lstStyle>
            <a:lvl1pPr>
              <a:defRPr/>
            </a:lvl1pPr>
          </a:lstStyle>
          <a:p>
            <a:fld id="{AF3966B0-EE85-40CD-B72D-3A0659B70677}" type="datetimeFigureOut">
              <a:rPr lang="en-US" altLang="en-US"/>
              <a:pPr/>
              <a:t>9/3/2025</a:t>
            </a:fld>
            <a:endParaRPr lang="en-US" altLang="en-US"/>
          </a:p>
        </p:txBody>
      </p:sp>
      <p:sp>
        <p:nvSpPr>
          <p:cNvPr id="3" name="Footer Placeholder 4">
            <a:extLst>
              <a:ext uri="{FF2B5EF4-FFF2-40B4-BE49-F238E27FC236}">
                <a16:creationId xmlns:a16="http://schemas.microsoft.com/office/drawing/2014/main" id="{0811D38D-82A4-47D0-A5CF-A811DF97C1C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B8BEA20-D326-48EC-88D7-CAB77F8D349B}"/>
              </a:ext>
            </a:extLst>
          </p:cNvPr>
          <p:cNvSpPr>
            <a:spLocks noGrp="1"/>
          </p:cNvSpPr>
          <p:nvPr>
            <p:ph type="sldNum" sz="quarter" idx="12"/>
          </p:nvPr>
        </p:nvSpPr>
        <p:spPr/>
        <p:txBody>
          <a:bodyPr/>
          <a:lstStyle>
            <a:lvl1pPr>
              <a:defRPr/>
            </a:lvl1pPr>
          </a:lstStyle>
          <a:p>
            <a:fld id="{EE7F6ED6-6B68-481D-8D32-F6FB17210B9A}" type="slidenum">
              <a:rPr lang="en-US" altLang="en-US"/>
              <a:pPr/>
              <a:t>‹#›</a:t>
            </a:fld>
            <a:endParaRPr lang="en-US" altLang="en-US"/>
          </a:p>
        </p:txBody>
      </p:sp>
    </p:spTree>
    <p:extLst>
      <p:ext uri="{BB962C8B-B14F-4D97-AF65-F5344CB8AC3E}">
        <p14:creationId xmlns:p14="http://schemas.microsoft.com/office/powerpoint/2010/main" val="404919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6B155A8-6E64-4C57-91FA-22850CFFA417}"/>
              </a:ext>
            </a:extLst>
          </p:cNvPr>
          <p:cNvSpPr>
            <a:spLocks noGrp="1"/>
          </p:cNvSpPr>
          <p:nvPr>
            <p:ph type="dt" sz="half" idx="10"/>
          </p:nvPr>
        </p:nvSpPr>
        <p:spPr/>
        <p:txBody>
          <a:bodyPr/>
          <a:lstStyle>
            <a:lvl1pPr>
              <a:defRPr/>
            </a:lvl1pPr>
          </a:lstStyle>
          <a:p>
            <a:fld id="{6BBA8342-8168-46D2-9286-222BDB776874}"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7C461010-6565-4F21-BB5F-26911C8348F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06275D-D7C9-426B-AD8D-EE56A3B8CD29}"/>
              </a:ext>
            </a:extLst>
          </p:cNvPr>
          <p:cNvSpPr>
            <a:spLocks noGrp="1"/>
          </p:cNvSpPr>
          <p:nvPr>
            <p:ph type="sldNum" sz="quarter" idx="12"/>
          </p:nvPr>
        </p:nvSpPr>
        <p:spPr/>
        <p:txBody>
          <a:bodyPr/>
          <a:lstStyle>
            <a:lvl1pPr>
              <a:defRPr/>
            </a:lvl1pPr>
          </a:lstStyle>
          <a:p>
            <a:fld id="{A24A3EE9-4E7C-49F1-9F9F-7E27FDC68E4B}" type="slidenum">
              <a:rPr lang="en-US" altLang="en-US"/>
              <a:pPr/>
              <a:t>‹#›</a:t>
            </a:fld>
            <a:endParaRPr lang="en-US" altLang="en-US"/>
          </a:p>
        </p:txBody>
      </p:sp>
    </p:spTree>
    <p:extLst>
      <p:ext uri="{BB962C8B-B14F-4D97-AF65-F5344CB8AC3E}">
        <p14:creationId xmlns:p14="http://schemas.microsoft.com/office/powerpoint/2010/main" val="25553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184F684-30B3-4C84-8021-1760B6F15199}"/>
              </a:ext>
            </a:extLst>
          </p:cNvPr>
          <p:cNvSpPr>
            <a:spLocks noGrp="1"/>
          </p:cNvSpPr>
          <p:nvPr>
            <p:ph type="dt" sz="half" idx="10"/>
          </p:nvPr>
        </p:nvSpPr>
        <p:spPr/>
        <p:txBody>
          <a:bodyPr/>
          <a:lstStyle>
            <a:lvl1pPr>
              <a:defRPr/>
            </a:lvl1pPr>
          </a:lstStyle>
          <a:p>
            <a:fld id="{7D6583B9-C184-4857-930E-87FF06E831AF}"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50338765-6CE7-47D8-AE36-939F579995F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C7454BE-751A-4F24-B038-9B423A22032B}"/>
              </a:ext>
            </a:extLst>
          </p:cNvPr>
          <p:cNvSpPr>
            <a:spLocks noGrp="1"/>
          </p:cNvSpPr>
          <p:nvPr>
            <p:ph type="sldNum" sz="quarter" idx="12"/>
          </p:nvPr>
        </p:nvSpPr>
        <p:spPr/>
        <p:txBody>
          <a:bodyPr/>
          <a:lstStyle>
            <a:lvl1pPr>
              <a:defRPr/>
            </a:lvl1pPr>
          </a:lstStyle>
          <a:p>
            <a:fld id="{699679F7-C118-489A-89EE-05BA6BC06808}" type="slidenum">
              <a:rPr lang="en-US" altLang="en-US"/>
              <a:pPr/>
              <a:t>‹#›</a:t>
            </a:fld>
            <a:endParaRPr lang="en-US" altLang="en-US"/>
          </a:p>
        </p:txBody>
      </p:sp>
    </p:spTree>
    <p:extLst>
      <p:ext uri="{BB962C8B-B14F-4D97-AF65-F5344CB8AC3E}">
        <p14:creationId xmlns:p14="http://schemas.microsoft.com/office/powerpoint/2010/main" val="2305973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32B19-A713-48CC-82DF-E235875C5390}"/>
              </a:ext>
            </a:extLst>
          </p:cNvPr>
          <p:cNvSpPr>
            <a:spLocks noGrp="1"/>
          </p:cNvSpPr>
          <p:nvPr>
            <p:ph type="dt" sz="half" idx="10"/>
          </p:nvPr>
        </p:nvSpPr>
        <p:spPr/>
        <p:txBody>
          <a:bodyPr/>
          <a:lstStyle>
            <a:lvl1pPr>
              <a:defRPr/>
            </a:lvl1pPr>
          </a:lstStyle>
          <a:p>
            <a:fld id="{93AAF2CD-CD50-496D-B8A2-C830B3FD90B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3E5E6575-32BF-478F-B1BE-86690D9544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B7B678-04D4-4C51-9585-720B5BFD0811}"/>
              </a:ext>
            </a:extLst>
          </p:cNvPr>
          <p:cNvSpPr>
            <a:spLocks noGrp="1"/>
          </p:cNvSpPr>
          <p:nvPr>
            <p:ph type="sldNum" sz="quarter" idx="12"/>
          </p:nvPr>
        </p:nvSpPr>
        <p:spPr/>
        <p:txBody>
          <a:bodyPr/>
          <a:lstStyle>
            <a:lvl1pPr>
              <a:defRPr/>
            </a:lvl1pPr>
          </a:lstStyle>
          <a:p>
            <a:fld id="{6FE7A501-9708-49D7-92B2-5A907392083F}" type="slidenum">
              <a:rPr lang="en-US" altLang="en-US"/>
              <a:pPr/>
              <a:t>‹#›</a:t>
            </a:fld>
            <a:endParaRPr lang="en-US" altLang="en-US"/>
          </a:p>
        </p:txBody>
      </p:sp>
    </p:spTree>
    <p:extLst>
      <p:ext uri="{BB962C8B-B14F-4D97-AF65-F5344CB8AC3E}">
        <p14:creationId xmlns:p14="http://schemas.microsoft.com/office/powerpoint/2010/main" val="1089307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5F906-B2D5-495A-A3E5-B3DB1FE25EDF}"/>
              </a:ext>
            </a:extLst>
          </p:cNvPr>
          <p:cNvSpPr>
            <a:spLocks noGrp="1"/>
          </p:cNvSpPr>
          <p:nvPr>
            <p:ph type="dt" sz="half" idx="10"/>
          </p:nvPr>
        </p:nvSpPr>
        <p:spPr/>
        <p:txBody>
          <a:bodyPr/>
          <a:lstStyle>
            <a:lvl1pPr>
              <a:defRPr/>
            </a:lvl1pPr>
          </a:lstStyle>
          <a:p>
            <a:fld id="{3A581232-05E3-4565-A109-6D5A8552B72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A50FEB8B-064B-4403-8E7D-A2DD5E41ECB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0C4A211-D0CA-4BCE-B639-1CCD5560B066}"/>
              </a:ext>
            </a:extLst>
          </p:cNvPr>
          <p:cNvSpPr>
            <a:spLocks noGrp="1"/>
          </p:cNvSpPr>
          <p:nvPr>
            <p:ph type="sldNum" sz="quarter" idx="12"/>
          </p:nvPr>
        </p:nvSpPr>
        <p:spPr/>
        <p:txBody>
          <a:bodyPr/>
          <a:lstStyle>
            <a:lvl1pPr>
              <a:defRPr/>
            </a:lvl1pPr>
          </a:lstStyle>
          <a:p>
            <a:fld id="{3945BA9A-77E9-4722-8F9F-335EF1D83076}" type="slidenum">
              <a:rPr lang="en-US" altLang="en-US"/>
              <a:pPr/>
              <a:t>‹#›</a:t>
            </a:fld>
            <a:endParaRPr lang="en-US" altLang="en-US"/>
          </a:p>
        </p:txBody>
      </p:sp>
    </p:spTree>
    <p:extLst>
      <p:ext uri="{BB962C8B-B14F-4D97-AF65-F5344CB8AC3E}">
        <p14:creationId xmlns:p14="http://schemas.microsoft.com/office/powerpoint/2010/main" val="2969439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7BEC957-C7BC-44B4-9197-AD427E53E082}"/>
              </a:ext>
            </a:extLst>
          </p:cNvPr>
          <p:cNvSpPr>
            <a:spLocks noGrp="1"/>
          </p:cNvSpPr>
          <p:nvPr>
            <p:ph type="dt" sz="half" idx="10"/>
          </p:nvPr>
        </p:nvSpPr>
        <p:spPr/>
        <p:txBody>
          <a:bodyPr/>
          <a:lstStyle>
            <a:lvl1pPr>
              <a:defRPr/>
            </a:lvl1pPr>
          </a:lstStyle>
          <a:p>
            <a:fld id="{0CF2F536-D103-40ED-8B0D-B042C4EA91AB}"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5A205E5F-F3CD-411A-8DA6-03A6C2ED05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343BA6-1F1D-426F-B2A0-64E9757552FD}"/>
              </a:ext>
            </a:extLst>
          </p:cNvPr>
          <p:cNvSpPr>
            <a:spLocks noGrp="1"/>
          </p:cNvSpPr>
          <p:nvPr>
            <p:ph type="sldNum" sz="quarter" idx="12"/>
          </p:nvPr>
        </p:nvSpPr>
        <p:spPr/>
        <p:txBody>
          <a:bodyPr/>
          <a:lstStyle>
            <a:lvl1pPr>
              <a:defRPr/>
            </a:lvl1pPr>
          </a:lstStyle>
          <a:p>
            <a:fld id="{66D40BEC-2707-4B25-8FE3-4E14160686F0}" type="slidenum">
              <a:rPr lang="en-US" altLang="en-US"/>
              <a:pPr/>
              <a:t>‹#›</a:t>
            </a:fld>
            <a:endParaRPr lang="en-US" altLang="en-US"/>
          </a:p>
        </p:txBody>
      </p:sp>
    </p:spTree>
    <p:extLst>
      <p:ext uri="{BB962C8B-B14F-4D97-AF65-F5344CB8AC3E}">
        <p14:creationId xmlns:p14="http://schemas.microsoft.com/office/powerpoint/2010/main" val="4143340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D32B6-69EA-4E7B-B383-06430388C426}"/>
              </a:ext>
            </a:extLst>
          </p:cNvPr>
          <p:cNvSpPr>
            <a:spLocks noGrp="1"/>
          </p:cNvSpPr>
          <p:nvPr>
            <p:ph type="dt" sz="half" idx="10"/>
          </p:nvPr>
        </p:nvSpPr>
        <p:spPr/>
        <p:txBody>
          <a:bodyPr/>
          <a:lstStyle>
            <a:lvl1pPr>
              <a:defRPr/>
            </a:lvl1pPr>
          </a:lstStyle>
          <a:p>
            <a:fld id="{CE088DB9-CE87-475F-9BDC-9D8F854536F2}"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0028DFE5-B91F-4B14-94C4-E1C1CEFD73F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0AEFC1-F95B-41A7-9621-100BF3573FF1}"/>
              </a:ext>
            </a:extLst>
          </p:cNvPr>
          <p:cNvSpPr>
            <a:spLocks noGrp="1"/>
          </p:cNvSpPr>
          <p:nvPr>
            <p:ph type="sldNum" sz="quarter" idx="12"/>
          </p:nvPr>
        </p:nvSpPr>
        <p:spPr/>
        <p:txBody>
          <a:bodyPr/>
          <a:lstStyle>
            <a:lvl1pPr>
              <a:defRPr/>
            </a:lvl1pPr>
          </a:lstStyle>
          <a:p>
            <a:fld id="{DA0B9170-B52E-4380-955A-40C81D2EFDA9}" type="slidenum">
              <a:rPr lang="en-US" altLang="en-US"/>
              <a:pPr/>
              <a:t>‹#›</a:t>
            </a:fld>
            <a:endParaRPr lang="en-US" altLang="en-US"/>
          </a:p>
        </p:txBody>
      </p:sp>
    </p:spTree>
    <p:extLst>
      <p:ext uri="{BB962C8B-B14F-4D97-AF65-F5344CB8AC3E}">
        <p14:creationId xmlns:p14="http://schemas.microsoft.com/office/powerpoint/2010/main" val="1309720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34C700-6B2B-4EA9-BB96-171933FD4EB4}"/>
              </a:ext>
            </a:extLst>
          </p:cNvPr>
          <p:cNvSpPr>
            <a:spLocks noGrp="1"/>
          </p:cNvSpPr>
          <p:nvPr>
            <p:ph type="dt" sz="half" idx="10"/>
          </p:nvPr>
        </p:nvSpPr>
        <p:spPr/>
        <p:txBody>
          <a:bodyPr/>
          <a:lstStyle>
            <a:lvl1pPr>
              <a:defRPr/>
            </a:lvl1pPr>
          </a:lstStyle>
          <a:p>
            <a:fld id="{AF68052A-7D6C-4464-93EF-85C6D2E58478}"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000E3505-561A-4FC9-A88C-880E31D4EBC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1254FC-AA8D-4B1F-8DF1-26FF35BDEF5E}"/>
              </a:ext>
            </a:extLst>
          </p:cNvPr>
          <p:cNvSpPr>
            <a:spLocks noGrp="1"/>
          </p:cNvSpPr>
          <p:nvPr>
            <p:ph type="sldNum" sz="quarter" idx="12"/>
          </p:nvPr>
        </p:nvSpPr>
        <p:spPr/>
        <p:txBody>
          <a:bodyPr/>
          <a:lstStyle>
            <a:lvl1pPr>
              <a:defRPr/>
            </a:lvl1pPr>
          </a:lstStyle>
          <a:p>
            <a:fld id="{F470D2B2-7720-4A66-A033-0A2015E4B9C4}" type="slidenum">
              <a:rPr lang="en-US" altLang="en-US"/>
              <a:pPr/>
              <a:t>‹#›</a:t>
            </a:fld>
            <a:endParaRPr lang="en-US" altLang="en-US"/>
          </a:p>
        </p:txBody>
      </p:sp>
    </p:spTree>
    <p:extLst>
      <p:ext uri="{BB962C8B-B14F-4D97-AF65-F5344CB8AC3E}">
        <p14:creationId xmlns:p14="http://schemas.microsoft.com/office/powerpoint/2010/main" val="1114499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D77AAAE-D44E-4789-9154-FE2BF039AB68}"/>
              </a:ext>
            </a:extLst>
          </p:cNvPr>
          <p:cNvSpPr>
            <a:spLocks noGrp="1"/>
          </p:cNvSpPr>
          <p:nvPr>
            <p:ph type="dt" sz="half" idx="10"/>
          </p:nvPr>
        </p:nvSpPr>
        <p:spPr/>
        <p:txBody>
          <a:bodyPr/>
          <a:lstStyle>
            <a:lvl1pPr>
              <a:defRPr/>
            </a:lvl1pPr>
          </a:lstStyle>
          <a:p>
            <a:fld id="{4FABCE10-49D1-45C8-B226-30A37821F1F2}"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0A01D367-FC72-46BB-8C91-CFEC1A3590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07B59CE-BF00-4EA9-B74C-3639E2D70C23}"/>
              </a:ext>
            </a:extLst>
          </p:cNvPr>
          <p:cNvSpPr>
            <a:spLocks noGrp="1"/>
          </p:cNvSpPr>
          <p:nvPr>
            <p:ph type="sldNum" sz="quarter" idx="12"/>
          </p:nvPr>
        </p:nvSpPr>
        <p:spPr/>
        <p:txBody>
          <a:bodyPr/>
          <a:lstStyle>
            <a:lvl1pPr>
              <a:defRPr/>
            </a:lvl1pPr>
          </a:lstStyle>
          <a:p>
            <a:fld id="{62FCC4E2-F8E3-43B7-8B28-E39BC30061DC}" type="slidenum">
              <a:rPr lang="en-US" altLang="en-US"/>
              <a:pPr/>
              <a:t>‹#›</a:t>
            </a:fld>
            <a:endParaRPr lang="en-US" altLang="en-US"/>
          </a:p>
        </p:txBody>
      </p:sp>
    </p:spTree>
    <p:extLst>
      <p:ext uri="{BB962C8B-B14F-4D97-AF65-F5344CB8AC3E}">
        <p14:creationId xmlns:p14="http://schemas.microsoft.com/office/powerpoint/2010/main" val="2308629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8265C00-E750-44A0-94A6-7FFC9E5950A4}"/>
              </a:ext>
            </a:extLst>
          </p:cNvPr>
          <p:cNvSpPr>
            <a:spLocks noGrp="1"/>
          </p:cNvSpPr>
          <p:nvPr>
            <p:ph type="dt" sz="half" idx="10"/>
          </p:nvPr>
        </p:nvSpPr>
        <p:spPr/>
        <p:txBody>
          <a:bodyPr/>
          <a:lstStyle>
            <a:lvl1pPr>
              <a:defRPr/>
            </a:lvl1pPr>
          </a:lstStyle>
          <a:p>
            <a:fld id="{FD0B50DE-56E6-43E3-A451-AF04A19E1215}" type="datetimeFigureOut">
              <a:rPr lang="en-US" altLang="en-US"/>
              <a:pPr/>
              <a:t>9/3/2025</a:t>
            </a:fld>
            <a:endParaRPr lang="en-US" altLang="en-US"/>
          </a:p>
        </p:txBody>
      </p:sp>
      <p:sp>
        <p:nvSpPr>
          <p:cNvPr id="8" name="Footer Placeholder 4">
            <a:extLst>
              <a:ext uri="{FF2B5EF4-FFF2-40B4-BE49-F238E27FC236}">
                <a16:creationId xmlns:a16="http://schemas.microsoft.com/office/drawing/2014/main" id="{79BD640F-10FB-4E18-B6AC-8298B075CC2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7D5C301-C908-44E1-8077-87659482D250}"/>
              </a:ext>
            </a:extLst>
          </p:cNvPr>
          <p:cNvSpPr>
            <a:spLocks noGrp="1"/>
          </p:cNvSpPr>
          <p:nvPr>
            <p:ph type="sldNum" sz="quarter" idx="12"/>
          </p:nvPr>
        </p:nvSpPr>
        <p:spPr/>
        <p:txBody>
          <a:bodyPr/>
          <a:lstStyle>
            <a:lvl1pPr>
              <a:defRPr/>
            </a:lvl1pPr>
          </a:lstStyle>
          <a:p>
            <a:fld id="{0841ACA7-D1B2-49AA-A1A4-FD6FA464F7CD}" type="slidenum">
              <a:rPr lang="en-US" altLang="en-US"/>
              <a:pPr/>
              <a:t>‹#›</a:t>
            </a:fld>
            <a:endParaRPr lang="en-US" altLang="en-US"/>
          </a:p>
        </p:txBody>
      </p:sp>
    </p:spTree>
    <p:extLst>
      <p:ext uri="{BB962C8B-B14F-4D97-AF65-F5344CB8AC3E}">
        <p14:creationId xmlns:p14="http://schemas.microsoft.com/office/powerpoint/2010/main" val="624626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8ABAF0C-9F83-4D76-A7EB-1D0F3F600ADB}"/>
              </a:ext>
            </a:extLst>
          </p:cNvPr>
          <p:cNvSpPr>
            <a:spLocks noGrp="1"/>
          </p:cNvSpPr>
          <p:nvPr>
            <p:ph type="dt" sz="half" idx="10"/>
          </p:nvPr>
        </p:nvSpPr>
        <p:spPr/>
        <p:txBody>
          <a:bodyPr/>
          <a:lstStyle>
            <a:lvl1pPr>
              <a:defRPr/>
            </a:lvl1pPr>
          </a:lstStyle>
          <a:p>
            <a:fld id="{7CAB5C65-2A43-495C-835F-33FAB82C7FAC}" type="datetimeFigureOut">
              <a:rPr lang="en-US" altLang="en-US"/>
              <a:pPr/>
              <a:t>9/3/2025</a:t>
            </a:fld>
            <a:endParaRPr lang="en-US" altLang="en-US"/>
          </a:p>
        </p:txBody>
      </p:sp>
      <p:sp>
        <p:nvSpPr>
          <p:cNvPr id="4" name="Footer Placeholder 4">
            <a:extLst>
              <a:ext uri="{FF2B5EF4-FFF2-40B4-BE49-F238E27FC236}">
                <a16:creationId xmlns:a16="http://schemas.microsoft.com/office/drawing/2014/main" id="{50875962-4188-4655-B825-2D67F1A086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5806F28-B3EC-40B8-9338-5D1C06CB4E6D}"/>
              </a:ext>
            </a:extLst>
          </p:cNvPr>
          <p:cNvSpPr>
            <a:spLocks noGrp="1"/>
          </p:cNvSpPr>
          <p:nvPr>
            <p:ph type="sldNum" sz="quarter" idx="12"/>
          </p:nvPr>
        </p:nvSpPr>
        <p:spPr/>
        <p:txBody>
          <a:bodyPr/>
          <a:lstStyle>
            <a:lvl1pPr>
              <a:defRPr/>
            </a:lvl1pPr>
          </a:lstStyle>
          <a:p>
            <a:fld id="{201AEE98-2AF2-477C-BC54-C6EB448B2B22}" type="slidenum">
              <a:rPr lang="en-US" altLang="en-US"/>
              <a:pPr/>
              <a:t>‹#›</a:t>
            </a:fld>
            <a:endParaRPr lang="en-US" altLang="en-US"/>
          </a:p>
        </p:txBody>
      </p:sp>
    </p:spTree>
    <p:extLst>
      <p:ext uri="{BB962C8B-B14F-4D97-AF65-F5344CB8AC3E}">
        <p14:creationId xmlns:p14="http://schemas.microsoft.com/office/powerpoint/2010/main" val="509682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C78B922-245B-4C5A-83CB-F2FB65EF295B}"/>
              </a:ext>
            </a:extLst>
          </p:cNvPr>
          <p:cNvSpPr>
            <a:spLocks noGrp="1"/>
          </p:cNvSpPr>
          <p:nvPr>
            <p:ph type="dt" sz="half" idx="10"/>
          </p:nvPr>
        </p:nvSpPr>
        <p:spPr/>
        <p:txBody>
          <a:bodyPr/>
          <a:lstStyle>
            <a:lvl1pPr>
              <a:defRPr/>
            </a:lvl1pPr>
          </a:lstStyle>
          <a:p>
            <a:fld id="{06F32475-3AD3-489A-B2FF-D90BFE23FB27}" type="datetimeFigureOut">
              <a:rPr lang="en-US" altLang="en-US"/>
              <a:pPr/>
              <a:t>9/3/2025</a:t>
            </a:fld>
            <a:endParaRPr lang="en-US" altLang="en-US"/>
          </a:p>
        </p:txBody>
      </p:sp>
      <p:sp>
        <p:nvSpPr>
          <p:cNvPr id="3" name="Footer Placeholder 4">
            <a:extLst>
              <a:ext uri="{FF2B5EF4-FFF2-40B4-BE49-F238E27FC236}">
                <a16:creationId xmlns:a16="http://schemas.microsoft.com/office/drawing/2014/main" id="{72998CD3-20EB-4EE9-BDA0-A380C759E49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8649A9E4-6F9A-4EF0-8D13-F43C2208D1EA}"/>
              </a:ext>
            </a:extLst>
          </p:cNvPr>
          <p:cNvSpPr>
            <a:spLocks noGrp="1"/>
          </p:cNvSpPr>
          <p:nvPr>
            <p:ph type="sldNum" sz="quarter" idx="12"/>
          </p:nvPr>
        </p:nvSpPr>
        <p:spPr/>
        <p:txBody>
          <a:bodyPr/>
          <a:lstStyle>
            <a:lvl1pPr>
              <a:defRPr/>
            </a:lvl1pPr>
          </a:lstStyle>
          <a:p>
            <a:fld id="{A80C1CB5-923B-40A5-8C27-BDDC47684A7A}" type="slidenum">
              <a:rPr lang="en-US" altLang="en-US"/>
              <a:pPr/>
              <a:t>‹#›</a:t>
            </a:fld>
            <a:endParaRPr lang="en-US" altLang="en-US"/>
          </a:p>
        </p:txBody>
      </p:sp>
    </p:spTree>
    <p:extLst>
      <p:ext uri="{BB962C8B-B14F-4D97-AF65-F5344CB8AC3E}">
        <p14:creationId xmlns:p14="http://schemas.microsoft.com/office/powerpoint/2010/main" val="348424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C3F4DC7-F2B9-4E03-800D-CB6D42ED96D6}"/>
              </a:ext>
            </a:extLst>
          </p:cNvPr>
          <p:cNvSpPr>
            <a:spLocks noGrp="1"/>
          </p:cNvSpPr>
          <p:nvPr>
            <p:ph type="dt" sz="half" idx="10"/>
          </p:nvPr>
        </p:nvSpPr>
        <p:spPr/>
        <p:txBody>
          <a:bodyPr/>
          <a:lstStyle>
            <a:lvl1pPr>
              <a:defRPr/>
            </a:lvl1pPr>
          </a:lstStyle>
          <a:p>
            <a:fld id="{A1F18691-751E-498E-A530-DD25E84AFB09}"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85B77A4D-AAD0-4363-9FD2-6C98492644B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7AE184D-4FC7-4996-BB76-1E778EF8E060}"/>
              </a:ext>
            </a:extLst>
          </p:cNvPr>
          <p:cNvSpPr>
            <a:spLocks noGrp="1"/>
          </p:cNvSpPr>
          <p:nvPr>
            <p:ph type="sldNum" sz="quarter" idx="12"/>
          </p:nvPr>
        </p:nvSpPr>
        <p:spPr/>
        <p:txBody>
          <a:bodyPr/>
          <a:lstStyle>
            <a:lvl1pPr>
              <a:defRPr/>
            </a:lvl1pPr>
          </a:lstStyle>
          <a:p>
            <a:fld id="{76EAB45B-6660-49DE-8DED-F429E8F2C64E}" type="slidenum">
              <a:rPr lang="en-US" altLang="en-US"/>
              <a:pPr/>
              <a:t>‹#›</a:t>
            </a:fld>
            <a:endParaRPr lang="en-US" altLang="en-US"/>
          </a:p>
        </p:txBody>
      </p:sp>
    </p:spTree>
    <p:extLst>
      <p:ext uri="{BB962C8B-B14F-4D97-AF65-F5344CB8AC3E}">
        <p14:creationId xmlns:p14="http://schemas.microsoft.com/office/powerpoint/2010/main" val="159148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E952CF0-B28C-4E0F-B67E-1E67AE35C3EB}"/>
              </a:ext>
            </a:extLst>
          </p:cNvPr>
          <p:cNvSpPr>
            <a:spLocks noGrp="1"/>
          </p:cNvSpPr>
          <p:nvPr>
            <p:ph type="dt" sz="half" idx="10"/>
          </p:nvPr>
        </p:nvSpPr>
        <p:spPr/>
        <p:txBody>
          <a:bodyPr/>
          <a:lstStyle>
            <a:lvl1pPr>
              <a:defRPr/>
            </a:lvl1pPr>
          </a:lstStyle>
          <a:p>
            <a:fld id="{66A2B36D-D5D8-4BB4-A013-C19AEC6D3F7A}"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9441671E-A33B-40F4-A47D-113E1154C1A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B8F484C-3F81-483F-84C4-93F9B2A4F01F}"/>
              </a:ext>
            </a:extLst>
          </p:cNvPr>
          <p:cNvSpPr>
            <a:spLocks noGrp="1"/>
          </p:cNvSpPr>
          <p:nvPr>
            <p:ph type="sldNum" sz="quarter" idx="12"/>
          </p:nvPr>
        </p:nvSpPr>
        <p:spPr/>
        <p:txBody>
          <a:bodyPr/>
          <a:lstStyle>
            <a:lvl1pPr>
              <a:defRPr/>
            </a:lvl1pPr>
          </a:lstStyle>
          <a:p>
            <a:fld id="{359920D4-B200-4736-A7AC-75AD36DF5471}" type="slidenum">
              <a:rPr lang="en-US" altLang="en-US"/>
              <a:pPr/>
              <a:t>‹#›</a:t>
            </a:fld>
            <a:endParaRPr lang="en-US" altLang="en-US"/>
          </a:p>
        </p:txBody>
      </p:sp>
    </p:spTree>
    <p:extLst>
      <p:ext uri="{BB962C8B-B14F-4D97-AF65-F5344CB8AC3E}">
        <p14:creationId xmlns:p14="http://schemas.microsoft.com/office/powerpoint/2010/main" val="34891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78175-FCA8-4C9B-BEAD-92522C503349}"/>
              </a:ext>
            </a:extLst>
          </p:cNvPr>
          <p:cNvSpPr>
            <a:spLocks noGrp="1"/>
          </p:cNvSpPr>
          <p:nvPr>
            <p:ph type="dt" sz="half" idx="10"/>
          </p:nvPr>
        </p:nvSpPr>
        <p:spPr/>
        <p:txBody>
          <a:bodyPr/>
          <a:lstStyle>
            <a:lvl1pPr>
              <a:defRPr/>
            </a:lvl1pPr>
          </a:lstStyle>
          <a:p>
            <a:fld id="{CE750C9E-C01E-4445-8B2D-0DC73CBB0DBF}"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13DB7D6E-350C-4BDF-BE7C-3C0BCA8377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6F084A0-3775-4BFC-8CC9-8C86EAF0EADA}"/>
              </a:ext>
            </a:extLst>
          </p:cNvPr>
          <p:cNvSpPr>
            <a:spLocks noGrp="1"/>
          </p:cNvSpPr>
          <p:nvPr>
            <p:ph type="sldNum" sz="quarter" idx="12"/>
          </p:nvPr>
        </p:nvSpPr>
        <p:spPr/>
        <p:txBody>
          <a:bodyPr/>
          <a:lstStyle>
            <a:lvl1pPr>
              <a:defRPr/>
            </a:lvl1pPr>
          </a:lstStyle>
          <a:p>
            <a:fld id="{9A94BA6D-7255-4B44-9A92-0CD21BBBC811}" type="slidenum">
              <a:rPr lang="en-US" altLang="en-US"/>
              <a:pPr/>
              <a:t>‹#›</a:t>
            </a:fld>
            <a:endParaRPr lang="en-US" altLang="en-US"/>
          </a:p>
        </p:txBody>
      </p:sp>
    </p:spTree>
    <p:extLst>
      <p:ext uri="{BB962C8B-B14F-4D97-AF65-F5344CB8AC3E}">
        <p14:creationId xmlns:p14="http://schemas.microsoft.com/office/powerpoint/2010/main" val="380710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3D65D-D3B0-4E01-AE31-71D9F016E684}"/>
              </a:ext>
            </a:extLst>
          </p:cNvPr>
          <p:cNvSpPr>
            <a:spLocks noGrp="1"/>
          </p:cNvSpPr>
          <p:nvPr>
            <p:ph type="dt" sz="half" idx="10"/>
          </p:nvPr>
        </p:nvSpPr>
        <p:spPr/>
        <p:txBody>
          <a:bodyPr/>
          <a:lstStyle>
            <a:lvl1pPr>
              <a:defRPr/>
            </a:lvl1pPr>
          </a:lstStyle>
          <a:p>
            <a:fld id="{3A77F80B-8705-4054-BDEA-F6EC28BE20FF}"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D0423792-72EE-49F6-B98C-35DBDB6329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1A4D1C8-DDBC-474F-B477-52B70ABE42CF}"/>
              </a:ext>
            </a:extLst>
          </p:cNvPr>
          <p:cNvSpPr>
            <a:spLocks noGrp="1"/>
          </p:cNvSpPr>
          <p:nvPr>
            <p:ph type="sldNum" sz="quarter" idx="12"/>
          </p:nvPr>
        </p:nvSpPr>
        <p:spPr/>
        <p:txBody>
          <a:bodyPr/>
          <a:lstStyle>
            <a:lvl1pPr>
              <a:defRPr/>
            </a:lvl1pPr>
          </a:lstStyle>
          <a:p>
            <a:fld id="{EA3DEF5B-C4BA-42FC-AD5C-194992041F2D}" type="slidenum">
              <a:rPr lang="en-US" altLang="en-US"/>
              <a:pPr/>
              <a:t>‹#›</a:t>
            </a:fld>
            <a:endParaRPr lang="en-US" altLang="en-US"/>
          </a:p>
        </p:txBody>
      </p:sp>
    </p:spTree>
    <p:extLst>
      <p:ext uri="{BB962C8B-B14F-4D97-AF65-F5344CB8AC3E}">
        <p14:creationId xmlns:p14="http://schemas.microsoft.com/office/powerpoint/2010/main" val="1093593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E3AAE7E-84E0-4192-8581-33D1B423911C}"/>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DFB29D4-AEEE-4A87-989C-13516A05399E}"/>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3959B34-537B-42A6-9123-06594B925EF9}"/>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B54B1E2A-4348-43A3-AED5-C114B3E217BA}"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C71ABAF1-8E72-4293-9768-62541AC8041E}"/>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521D4CEF-99C0-469A-82F7-E19F99B6CA74}"/>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44FB8E3-8003-420B-9ACE-792D4DC8C407}" type="slidenum">
              <a:rPr lang="en-US" altLang="en-US"/>
              <a:pPr/>
              <a:t>‹#›</a:t>
            </a:fld>
            <a:endParaRPr lang="en-US" altLang="en-US"/>
          </a:p>
        </p:txBody>
      </p:sp>
      <p:pic>
        <p:nvPicPr>
          <p:cNvPr id="2055" name="Picture 6" descr="GenBackground.jpg">
            <a:extLst>
              <a:ext uri="{FF2B5EF4-FFF2-40B4-BE49-F238E27FC236}">
                <a16:creationId xmlns:a16="http://schemas.microsoft.com/office/drawing/2014/main" id="{FC891139-DE7B-4FFA-966C-BEB3D4757A6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CBB8FE9-3144-48E1-95CF-90D5B62FCF37}"/>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522E3450-16DE-4320-9333-12326883D95F}"/>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9A9D162-5A09-4530-B28F-231F261B782E}"/>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1489033D-2343-4DBD-93C2-500D6EFBAB34}"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8ECA21D-7A85-4DC2-9D2A-0D6F63854E86}"/>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3D3CFC4-0EB8-4829-B813-4E231F551EA2}"/>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5F31E7A-8719-4737-A972-44D21473F6A1}" type="slidenum">
              <a:rPr lang="en-US" altLang="en-US"/>
              <a:pPr/>
              <a:t>‹#›</a:t>
            </a:fld>
            <a:endParaRPr lang="en-US" altLang="en-US"/>
          </a:p>
        </p:txBody>
      </p:sp>
      <p:pic>
        <p:nvPicPr>
          <p:cNvPr id="3079" name="Picture 6" descr="GenBackground2.jpg">
            <a:extLst>
              <a:ext uri="{FF2B5EF4-FFF2-40B4-BE49-F238E27FC236}">
                <a16:creationId xmlns:a16="http://schemas.microsoft.com/office/drawing/2014/main" id="{B4EC3CCC-926B-4AEB-84EC-7BA5870C4B7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0"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2365D9B5-E510-4476-AF80-39A6CDFE11D3}"/>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571DB1BA-BC1A-48ED-83C9-803FB1EEA234}"/>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E990F7B-A56B-4F22-86D5-554831F8A388}"/>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CA81765A-6E6E-4A74-961F-04D0B213FF3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9F969F0D-B087-4ECD-B6F0-1A38908C062C}"/>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95C927CA-636A-4A43-B2CE-C1AE474B0E18}"/>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733C12D-4865-425C-9522-7A1CEDE07B59}" type="slidenum">
              <a:rPr lang="en-US" altLang="en-US"/>
              <a:pPr/>
              <a:t>‹#›</a:t>
            </a:fld>
            <a:endParaRPr lang="en-US" altLang="en-US"/>
          </a:p>
        </p:txBody>
      </p:sp>
      <p:pic>
        <p:nvPicPr>
          <p:cNvPr id="4103" name="Picture 6" descr="GenBackground4.jpg">
            <a:extLst>
              <a:ext uri="{FF2B5EF4-FFF2-40B4-BE49-F238E27FC236}">
                <a16:creationId xmlns:a16="http://schemas.microsoft.com/office/drawing/2014/main" id="{C6350532-9409-45C5-99C5-F4C343268412}"/>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EF40AF55-BCB0-4BA1-9984-D01391917C0F}"/>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Text Placeholder 2">
            <a:extLst>
              <a:ext uri="{FF2B5EF4-FFF2-40B4-BE49-F238E27FC236}">
                <a16:creationId xmlns:a16="http://schemas.microsoft.com/office/drawing/2014/main" id="{060CDD73-722A-4CD1-AD2A-BD9800BB1796}"/>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B901FA3-A37A-403B-8273-0A0A4401666F}"/>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614C501F-7830-4203-A9C5-282ECCEFC4F7}"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B82565B5-80F4-4B43-89D5-2F137EA54731}"/>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BFCFE557-88E2-4276-A6EA-B90C3D11B8CF}"/>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C97D2EA-1DDE-432A-B908-8AF4CE12B806}" type="slidenum">
              <a:rPr lang="en-US" altLang="en-US"/>
              <a:pPr/>
              <a:t>‹#›</a:t>
            </a:fld>
            <a:endParaRPr lang="en-US" altLang="en-US"/>
          </a:p>
        </p:txBody>
      </p:sp>
      <p:pic>
        <p:nvPicPr>
          <p:cNvPr id="5127" name="Picture 6" descr="GenBackground3.jpg">
            <a:extLst>
              <a:ext uri="{FF2B5EF4-FFF2-40B4-BE49-F238E27FC236}">
                <a16:creationId xmlns:a16="http://schemas.microsoft.com/office/drawing/2014/main" id="{ACFAD57C-E18D-49E8-882A-AC37538F485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gi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gi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Kahan_summation_algorithm"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openmp.org/wp-content/uploads/OpenMPRefCard-5.1-web.pdf"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buFont typeface="Arial"/>
              <a:buNone/>
              <a:defRPr/>
            </a:pPr>
            <a:r>
              <a:rPr lang="en-US" dirty="0">
                <a:solidFill>
                  <a:schemeClr val="bg1"/>
                </a:solidFill>
                <a:latin typeface="+mj-lt"/>
                <a:ea typeface="+mn-ea"/>
              </a:rPr>
              <a:t>OpenMP</a:t>
            </a:r>
          </a:p>
        </p:txBody>
      </p:sp>
      <p:sp>
        <p:nvSpPr>
          <p:cNvPr id="2" name="TextBox 1">
            <a:extLst>
              <a:ext uri="{FF2B5EF4-FFF2-40B4-BE49-F238E27FC236}">
                <a16:creationId xmlns:a16="http://schemas.microsoft.com/office/drawing/2014/main" id="{0D1FECE5-4D6B-49DE-9441-EFA9D6C573F0}"/>
              </a:ext>
            </a:extLst>
          </p:cNvPr>
          <p:cNvSpPr txBox="1"/>
          <p:nvPr/>
        </p:nvSpPr>
        <p:spPr>
          <a:xfrm>
            <a:off x="4783204" y="3468349"/>
            <a:ext cx="4019818" cy="1446550"/>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24875"/>
          </a:xfrm>
          <a:prstGeom prst="rect">
            <a:avLst/>
          </a:prstGeom>
          <a:noFill/>
        </p:spPr>
        <p:txBody>
          <a:bodyPr wrap="square" lIns="457200" tIns="182880" rIns="457200" bIns="0" rtlCol="0">
            <a:spAutoFit/>
          </a:bodyPr>
          <a:lstStyle/>
          <a:p>
            <a:pPr>
              <a:spcAft>
                <a:spcPts val="1000"/>
              </a:spcAft>
            </a:pPr>
            <a:r>
              <a:rPr lang="en-US" dirty="0"/>
              <a:t>OpenMP (Open Multi-Processing)</a:t>
            </a:r>
          </a:p>
          <a:p>
            <a:pPr marL="800100" lvl="1" indent="-342900">
              <a:lnSpc>
                <a:spcPct val="150000"/>
              </a:lnSpc>
              <a:spcAft>
                <a:spcPts val="1000"/>
              </a:spcAft>
              <a:buFont typeface="Arial" panose="020B0604020202020204" pitchFamily="34" charset="0"/>
              <a:buChar char="•"/>
            </a:pPr>
            <a:r>
              <a:rPr lang="en-US" dirty="0"/>
              <a:t>API for shared memory parallel programming in C/C++/Fortran</a:t>
            </a:r>
          </a:p>
          <a:p>
            <a:pPr marL="800100" lvl="1" indent="-342900">
              <a:lnSpc>
                <a:spcPct val="150000"/>
              </a:lnSpc>
              <a:spcAft>
                <a:spcPts val="1000"/>
              </a:spcAft>
              <a:buFont typeface="Arial" panose="020B0604020202020204" pitchFamily="34" charset="0"/>
              <a:buChar char="•"/>
            </a:pPr>
            <a:r>
              <a:rPr lang="en-US" dirty="0"/>
              <a:t>Compiler directives and library routines for Windows / Linux / OS X</a:t>
            </a:r>
          </a:p>
          <a:p>
            <a:pPr marL="800100" lvl="1" indent="-342900">
              <a:lnSpc>
                <a:spcPct val="150000"/>
              </a:lnSpc>
              <a:spcAft>
                <a:spcPts val="1000"/>
              </a:spcAft>
              <a:buFont typeface="Arial" panose="020B0604020202020204" pitchFamily="34" charset="0"/>
              <a:buChar char="•"/>
            </a:pPr>
            <a:r>
              <a:rPr lang="en-US" dirty="0"/>
              <a:t>Higher level of abstraction than POSIX threads</a:t>
            </a:r>
          </a:p>
          <a:p>
            <a:pPr marL="800100" lvl="1" indent="-342900">
              <a:lnSpc>
                <a:spcPct val="150000"/>
              </a:lnSpc>
              <a:spcAft>
                <a:spcPts val="1000"/>
              </a:spcAft>
              <a:buFont typeface="Arial" panose="020B0604020202020204" pitchFamily="34" charset="0"/>
              <a:buChar char="•"/>
            </a:pPr>
            <a:r>
              <a:rPr lang="en-US" dirty="0"/>
              <a:t>Easy to use, incremental parallelization, flexible, portable</a:t>
            </a:r>
          </a:p>
          <a:p>
            <a:pPr marL="800100" lvl="1" indent="-342900">
              <a:lnSpc>
                <a:spcPct val="150000"/>
              </a:lnSpc>
              <a:spcAft>
                <a:spcPts val="1000"/>
              </a:spcAft>
              <a:buFont typeface="Arial" panose="020B0604020202020204" pitchFamily="34" charset="0"/>
              <a:buChar char="•"/>
            </a:pPr>
            <a:r>
              <a:rPr lang="en-US" dirty="0"/>
              <a:t>Basic approaches:</a:t>
            </a:r>
          </a:p>
          <a:p>
            <a:pPr marL="1257300" lvl="2" indent="-342900">
              <a:lnSpc>
                <a:spcPct val="150000"/>
              </a:lnSpc>
              <a:spcAft>
                <a:spcPts val="1000"/>
              </a:spcAft>
              <a:buFont typeface="Arial" panose="020B0604020202020204" pitchFamily="34" charset="0"/>
              <a:buChar char="•"/>
            </a:pPr>
            <a:r>
              <a:rPr lang="en-US" dirty="0"/>
              <a:t>Loop-level parallelism</a:t>
            </a:r>
          </a:p>
          <a:p>
            <a:pPr marL="1257300" lvl="2" indent="-342900">
              <a:lnSpc>
                <a:spcPct val="150000"/>
              </a:lnSpc>
              <a:spcAft>
                <a:spcPts val="1000"/>
              </a:spcAft>
              <a:buFont typeface="Arial" panose="020B0604020202020204" pitchFamily="34" charset="0"/>
              <a:buChar char="•"/>
            </a:pPr>
            <a:r>
              <a:rPr lang="en-US" dirty="0"/>
              <a:t>Parallel regions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8" name="Picture 7">
            <a:extLst>
              <a:ext uri="{FF2B5EF4-FFF2-40B4-BE49-F238E27FC236}">
                <a16:creationId xmlns:a16="http://schemas.microsoft.com/office/drawing/2014/main" id="{253B26DD-5FD9-4FC9-9C4A-3747FD672BB3}"/>
              </a:ext>
            </a:extLst>
          </p:cNvPr>
          <p:cNvPicPr>
            <a:picLocks noChangeAspect="1"/>
          </p:cNvPicPr>
          <p:nvPr/>
        </p:nvPicPr>
        <p:blipFill>
          <a:blip r:embed="rId4"/>
          <a:stretch>
            <a:fillRect/>
          </a:stretch>
        </p:blipFill>
        <p:spPr>
          <a:xfrm>
            <a:off x="5044440" y="3216767"/>
            <a:ext cx="2080466" cy="1835293"/>
          </a:xfrm>
          <a:prstGeom prst="rect">
            <a:avLst/>
          </a:prstGeom>
        </p:spPr>
      </p:pic>
    </p:spTree>
    <p:extLst>
      <p:ext uri="{BB962C8B-B14F-4D97-AF65-F5344CB8AC3E}">
        <p14:creationId xmlns:p14="http://schemas.microsoft.com/office/powerpoint/2010/main" val="3339673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962443"/>
          </a:xfrm>
          <a:prstGeom prst="rect">
            <a:avLst/>
          </a:prstGeom>
          <a:noFill/>
        </p:spPr>
        <p:txBody>
          <a:bodyPr wrap="square" lIns="457200" tIns="182880" rIns="457200" bIns="0" rtlCol="0">
            <a:spAutoFit/>
          </a:bodyPr>
          <a:lstStyle/>
          <a:p>
            <a:pPr>
              <a:spcAft>
                <a:spcPts val="1000"/>
              </a:spcAft>
            </a:pPr>
            <a:r>
              <a:rPr lang="en-US" dirty="0"/>
              <a:t>OpenMP (Open Multi-Processing)</a:t>
            </a:r>
          </a:p>
          <a:p>
            <a:pPr marL="800100" lvl="1" indent="-342900">
              <a:lnSpc>
                <a:spcPct val="150000"/>
              </a:lnSpc>
              <a:spcAft>
                <a:spcPts val="1000"/>
              </a:spcAft>
              <a:buFont typeface="Arial" panose="020B0604020202020204" pitchFamily="34" charset="0"/>
              <a:buChar char="•"/>
            </a:pPr>
            <a:r>
              <a:rPr lang="en-US" dirty="0"/>
              <a:t>Core elements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3" name="Picture 2">
            <a:extLst>
              <a:ext uri="{FF2B5EF4-FFF2-40B4-BE49-F238E27FC236}">
                <a16:creationId xmlns:a16="http://schemas.microsoft.com/office/drawing/2014/main" id="{9BEAB007-6023-42BB-A17E-16FD8F8123A2}"/>
              </a:ext>
            </a:extLst>
          </p:cNvPr>
          <p:cNvPicPr>
            <a:picLocks noChangeAspect="1"/>
          </p:cNvPicPr>
          <p:nvPr/>
        </p:nvPicPr>
        <p:blipFill>
          <a:blip r:embed="rId4"/>
          <a:stretch>
            <a:fillRect/>
          </a:stretch>
        </p:blipFill>
        <p:spPr>
          <a:xfrm>
            <a:off x="965439" y="1564423"/>
            <a:ext cx="7213122" cy="3304757"/>
          </a:xfrm>
          <a:prstGeom prst="rect">
            <a:avLst/>
          </a:prstGeom>
        </p:spPr>
      </p:pic>
    </p:spTree>
    <p:extLst>
      <p:ext uri="{BB962C8B-B14F-4D97-AF65-F5344CB8AC3E}">
        <p14:creationId xmlns:p14="http://schemas.microsoft.com/office/powerpoint/2010/main" val="26615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7" descr="Fork - Join Model">
            <a:extLst>
              <a:ext uri="{FF2B5EF4-FFF2-40B4-BE49-F238E27FC236}">
                <a16:creationId xmlns:a16="http://schemas.microsoft.com/office/drawing/2014/main" id="{68712A76-F381-4C0E-97CB-20F900591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899" y="3699580"/>
            <a:ext cx="5111222" cy="144392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318857"/>
          </a:xfrm>
          <a:prstGeom prst="rect">
            <a:avLst/>
          </a:prstGeom>
          <a:noFill/>
        </p:spPr>
        <p:txBody>
          <a:bodyPr wrap="square" lIns="457200" tIns="182880" rIns="457200" bIns="0" rtlCol="0">
            <a:spAutoFit/>
          </a:bodyPr>
          <a:lstStyle/>
          <a:p>
            <a:pPr>
              <a:spcAft>
                <a:spcPts val="1000"/>
              </a:spcAft>
            </a:pPr>
            <a:r>
              <a:rPr lang="en-US" sz="1800" dirty="0"/>
              <a:t>OpenMP: fork-join</a:t>
            </a:r>
            <a:endParaRPr lang="en-US" dirty="0"/>
          </a:p>
          <a:p>
            <a:pPr marL="800100" lvl="1" indent="-342900">
              <a:spcAft>
                <a:spcPts val="1000"/>
              </a:spcAft>
              <a:buFont typeface="Arial" panose="020B0604020202020204" pitchFamily="34" charset="0"/>
              <a:buChar char="•"/>
            </a:pPr>
            <a:r>
              <a:rPr lang="en-US" dirty="0"/>
              <a:t>OpenMP uses the fork-join model of parallel execution</a:t>
            </a:r>
          </a:p>
          <a:p>
            <a:pPr marL="800100" lvl="1" indent="-342900">
              <a:spcAft>
                <a:spcPts val="1000"/>
              </a:spcAft>
              <a:buFont typeface="Arial" panose="020B0604020202020204" pitchFamily="34" charset="0"/>
              <a:buChar char="•"/>
            </a:pPr>
            <a:r>
              <a:rPr lang="en-US" dirty="0"/>
              <a:t>OpenMP programs begin as a single process: the master thread, which executes sequentially until parallel regions are encountered.</a:t>
            </a:r>
          </a:p>
          <a:p>
            <a:pPr marL="800100" lvl="1" indent="-342900">
              <a:spcAft>
                <a:spcPts val="1000"/>
              </a:spcAft>
              <a:buFont typeface="Arial" panose="020B0604020202020204" pitchFamily="34" charset="0"/>
              <a:buChar char="•"/>
            </a:pPr>
            <a:r>
              <a:rPr lang="en-US" b="1" dirty="0"/>
              <a:t>FORK</a:t>
            </a:r>
            <a:r>
              <a:rPr lang="en-US" dirty="0"/>
              <a:t>: the master thread then creates a team of parallel threads.</a:t>
            </a:r>
          </a:p>
          <a:p>
            <a:pPr marL="800100" lvl="1" indent="-342900">
              <a:spcAft>
                <a:spcPts val="1000"/>
              </a:spcAft>
              <a:buFont typeface="Arial" panose="020B0604020202020204" pitchFamily="34" charset="0"/>
              <a:buChar char="•"/>
            </a:pPr>
            <a:r>
              <a:rPr lang="en-US" dirty="0"/>
              <a:t>Statements in the program that are enclosed by the parallel region are then executed in parallel among the various team threads.</a:t>
            </a:r>
          </a:p>
          <a:p>
            <a:pPr marL="800100" lvl="1" indent="-342900">
              <a:spcAft>
                <a:spcPts val="1000"/>
              </a:spcAft>
              <a:buFont typeface="Arial" panose="020B0604020202020204" pitchFamily="34" charset="0"/>
              <a:buChar char="•"/>
            </a:pPr>
            <a:r>
              <a:rPr lang="en-US" b="1" dirty="0"/>
              <a:t>JOIN</a:t>
            </a:r>
            <a:r>
              <a:rPr lang="en-US" dirty="0"/>
              <a:t>: When the threads complete the statements in the parallel region, they synchronize and terminate, leaving only the master thread.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4">
            <a:alphaModFix/>
          </a:blip>
          <a:stretch>
            <a:fillRect/>
          </a:stretch>
        </p:blipFill>
        <p:spPr>
          <a:xfrm>
            <a:off x="3511244" y="91440"/>
            <a:ext cx="2121513" cy="274320"/>
          </a:xfrm>
          <a:prstGeom prst="rect">
            <a:avLst/>
          </a:prstGeom>
        </p:spPr>
      </p:pic>
    </p:spTree>
    <p:extLst>
      <p:ext uri="{BB962C8B-B14F-4D97-AF65-F5344CB8AC3E}">
        <p14:creationId xmlns:p14="http://schemas.microsoft.com/office/powerpoint/2010/main" val="695380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514056"/>
          </a:xfrm>
          <a:prstGeom prst="rect">
            <a:avLst/>
          </a:prstGeom>
          <a:noFill/>
        </p:spPr>
        <p:txBody>
          <a:bodyPr wrap="square" lIns="457200" tIns="182880" rIns="457200" bIns="0" rtlCol="0">
            <a:spAutoFit/>
          </a:bodyPr>
          <a:lstStyle/>
          <a:p>
            <a:pPr>
              <a:spcAft>
                <a:spcPts val="1000"/>
              </a:spcAft>
            </a:pPr>
            <a:r>
              <a:rPr lang="en-US" dirty="0"/>
              <a:t>Thread creation: Hello World!</a:t>
            </a:r>
          </a:p>
          <a:p>
            <a:pPr marL="800100" lvl="1" indent="-342900">
              <a:lnSpc>
                <a:spcPct val="150000"/>
              </a:lnSpc>
              <a:spcAft>
                <a:spcPts val="1000"/>
              </a:spcAft>
              <a:buFont typeface="Arial" panose="020B0604020202020204" pitchFamily="34" charset="0"/>
              <a:buChar char="•"/>
            </a:pPr>
            <a:r>
              <a:rPr lang="en-US" dirty="0"/>
              <a:t>The </a:t>
            </a:r>
            <a:r>
              <a:rPr lang="en-US" i="1" dirty="0"/>
              <a:t>pragma </a:t>
            </a:r>
            <a:r>
              <a:rPr lang="en-US" i="1" dirty="0" err="1"/>
              <a:t>omp</a:t>
            </a:r>
            <a:r>
              <a:rPr lang="en-US" i="1" dirty="0"/>
              <a:t> parallel </a:t>
            </a:r>
            <a:r>
              <a:rPr lang="en-US" dirty="0"/>
              <a:t>is used to fork additional threads</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spcBef>
                <a:spcPts val="2000"/>
              </a:spcBef>
              <a:spcAft>
                <a:spcPts val="1000"/>
              </a:spcAft>
              <a:buFont typeface="Arial" panose="020B0604020202020204" pitchFamily="34" charset="0"/>
              <a:buChar char="•"/>
            </a:pPr>
            <a:r>
              <a:rPr lang="en-US" dirty="0"/>
              <a:t>Compile</a:t>
            </a:r>
            <a:r>
              <a:rPr lang="en-US"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gcc</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fopenmp</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hello.c</a:t>
            </a:r>
            <a:r>
              <a:rPr lang="en-US" sz="1600" dirty="0">
                <a:latin typeface="Courier New" panose="02070309020205020404" pitchFamily="49" charset="0"/>
                <a:cs typeface="Courier New" panose="02070309020205020404" pitchFamily="49" charset="0"/>
              </a:rPr>
              <a:t> -o hello</a:t>
            </a:r>
          </a:p>
          <a:p>
            <a:pPr marL="800100" lvl="1" indent="-342900">
              <a:spcAft>
                <a:spcPts val="1000"/>
              </a:spcAft>
              <a:buFont typeface="Arial" panose="020B0604020202020204" pitchFamily="34" charset="0"/>
              <a:buChar char="•"/>
            </a:pPr>
            <a:r>
              <a:rPr lang="en-US" dirty="0"/>
              <a:t>By default it creates as many threads as the number of cores</a:t>
            </a:r>
          </a:p>
          <a:p>
            <a:pPr marL="800100" lvl="1" indent="-342900">
              <a:spcAft>
                <a:spcPts val="1000"/>
              </a:spcAft>
              <a:buFont typeface="Arial" panose="020B0604020202020204" pitchFamily="34" charset="0"/>
              <a:buChar char="•"/>
            </a:pPr>
            <a:r>
              <a:rPr lang="en-US" dirty="0" err="1"/>
              <a:t>omp_set_num_threads</a:t>
            </a:r>
            <a:r>
              <a:rPr lang="en-US" dirty="0"/>
              <a:t>(</a:t>
            </a:r>
            <a:r>
              <a:rPr lang="en-US" dirty="0" err="1"/>
              <a:t>nthreads</a:t>
            </a:r>
            <a:r>
              <a:rPr lang="en-US" dirty="0"/>
              <a:t>);   optional, to override default #threads</a:t>
            </a:r>
          </a:p>
          <a:p>
            <a:pPr marL="800100" lvl="1" indent="-342900">
              <a:spcAft>
                <a:spcPts val="1000"/>
              </a:spcAft>
              <a:buFont typeface="Arial" panose="020B0604020202020204" pitchFamily="34" charset="0"/>
              <a:buChar char="•"/>
            </a:pPr>
            <a:r>
              <a:rPr lang="en-US" b="1" dirty="0"/>
              <a:t>Example:</a:t>
            </a:r>
            <a:r>
              <a:rPr lang="en-US" dirty="0"/>
              <a:t> </a:t>
            </a:r>
            <a:r>
              <a:rPr lang="en-US" dirty="0" err="1"/>
              <a:t>hello.c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58E0F156-4CC6-4D8C-B87F-C74B32B9D215}"/>
              </a:ext>
            </a:extLst>
          </p:cNvPr>
          <p:cNvSpPr/>
          <p:nvPr/>
        </p:nvSpPr>
        <p:spPr>
          <a:xfrm>
            <a:off x="1293453" y="1522501"/>
            <a:ext cx="6036987" cy="178510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void main()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omp_set_num_threads</a:t>
            </a:r>
            <a:r>
              <a:rPr lang="en-US" sz="1100" dirty="0">
                <a:latin typeface="Courier New" panose="02070309020205020404" pitchFamily="49" charset="0"/>
                <a:cs typeface="Courier New" panose="02070309020205020404" pitchFamily="49" charset="0"/>
              </a:rPr>
              <a:t>(8);</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tid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nthreads</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omp_get_num_threads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printf</a:t>
            </a:r>
            <a:r>
              <a:rPr lang="en-US" sz="1100" dirty="0">
                <a:latin typeface="Courier New" panose="02070309020205020404" pitchFamily="49" charset="0"/>
                <a:cs typeface="Courier New" panose="02070309020205020404" pitchFamily="49" charset="0"/>
              </a:rPr>
              <a:t>("Hello world thread %d, total %d\n", </a:t>
            </a:r>
            <a:r>
              <a:rPr lang="en-US" sz="1100" dirty="0" err="1">
                <a:latin typeface="Courier New" panose="02070309020205020404" pitchFamily="49" charset="0"/>
                <a:cs typeface="Courier New" panose="02070309020205020404" pitchFamily="49" charset="0"/>
              </a:rPr>
              <a:t>tid</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nthreads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00960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19854"/>
          </a:xfrm>
          <a:prstGeom prst="rect">
            <a:avLst/>
          </a:prstGeom>
          <a:noFill/>
        </p:spPr>
        <p:txBody>
          <a:bodyPr wrap="square" lIns="457200" tIns="182880" rIns="457200" bIns="0" rtlCol="0">
            <a:spAutoFit/>
          </a:bodyPr>
          <a:lstStyle/>
          <a:p>
            <a:pPr>
              <a:spcAft>
                <a:spcPts val="1000"/>
              </a:spcAft>
            </a:pPr>
            <a:r>
              <a:rPr lang="en-US" dirty="0"/>
              <a:t>Loop-level parallelism</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spcBef>
                <a:spcPts val="2000"/>
              </a:spcBef>
              <a:spcAft>
                <a:spcPts val="1000"/>
              </a:spcAft>
              <a:buFont typeface="Arial" panose="020B0604020202020204" pitchFamily="34" charset="0"/>
              <a:buChar char="•"/>
            </a:pPr>
            <a:r>
              <a:rPr lang="en-US" dirty="0"/>
              <a:t>The loop workload will be automatically parallelized into </a:t>
            </a:r>
            <a:r>
              <a:rPr lang="en-US" dirty="0" err="1"/>
              <a:t>nthreads</a:t>
            </a:r>
            <a:r>
              <a:rPr lang="en-US" dirty="0"/>
              <a:t>, each one computing (size / </a:t>
            </a:r>
            <a:r>
              <a:rPr lang="en-US" dirty="0" err="1"/>
              <a:t>nthreads</a:t>
            </a:r>
            <a:r>
              <a:rPr lang="en-US" dirty="0"/>
              <a:t>) sums</a:t>
            </a:r>
          </a:p>
          <a:p>
            <a:pPr marL="800100" lvl="1" indent="-342900">
              <a:lnSpc>
                <a:spcPct val="150000"/>
              </a:lnSpc>
              <a:spcAft>
                <a:spcPts val="1000"/>
              </a:spcAft>
              <a:buFont typeface="Arial" panose="020B0604020202020204" pitchFamily="34" charset="0"/>
              <a:buChar char="•"/>
            </a:pPr>
            <a:r>
              <a:rPr lang="en-US" dirty="0"/>
              <a:t>Implies a barrier at the end of the loop</a:t>
            </a:r>
          </a:p>
          <a:p>
            <a:pPr marL="800100" lvl="1" indent="-342900">
              <a:lnSpc>
                <a:spcPct val="150000"/>
              </a:lnSpc>
              <a:spcAft>
                <a:spcPts val="1000"/>
              </a:spcAft>
              <a:buFont typeface="Arial" panose="020B0604020202020204" pitchFamily="34" charset="0"/>
              <a:buChar char="•"/>
            </a:pPr>
            <a:r>
              <a:rPr lang="en-US" dirty="0"/>
              <a:t>Easy and transparent scalability!</a:t>
            </a:r>
          </a:p>
          <a:p>
            <a:pPr marL="800100" lvl="1" indent="-342900">
              <a:lnSpc>
                <a:spcPct val="150000"/>
              </a:lnSpc>
              <a:spcAft>
                <a:spcPts val="1000"/>
              </a:spcAft>
              <a:buFont typeface="Arial" panose="020B0604020202020204" pitchFamily="34" charset="0"/>
              <a:buChar char="•"/>
            </a:pPr>
            <a:r>
              <a:rPr lang="en-US" dirty="0" err="1"/>
              <a:t>num_threads</a:t>
            </a:r>
            <a:r>
              <a:rPr lang="en-US" dirty="0"/>
              <a:t>(</a:t>
            </a:r>
            <a:r>
              <a:rPr lang="en-US" dirty="0" err="1"/>
              <a:t>nthreads</a:t>
            </a:r>
            <a:r>
              <a:rPr lang="en-US" dirty="0"/>
              <a:t>)	 optional, allows to specify the number of threads</a:t>
            </a:r>
          </a:p>
          <a:p>
            <a:pPr marL="800100" lvl="1" indent="-342900">
              <a:lnSpc>
                <a:spcPct val="150000"/>
              </a:lnSpc>
              <a:spcAft>
                <a:spcPts val="1000"/>
              </a:spcAft>
              <a:buFont typeface="Arial" panose="020B0604020202020204" pitchFamily="34" charset="0"/>
              <a:buChar char="•"/>
            </a:pPr>
            <a:r>
              <a:rPr lang="en-US" b="1" dirty="0"/>
              <a:t>Example</a:t>
            </a:r>
            <a:r>
              <a:rPr lang="en-US" dirty="0"/>
              <a:t>: </a:t>
            </a:r>
            <a:r>
              <a:rPr lang="en-US" dirty="0" err="1"/>
              <a:t>parallelfor.c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E4BA5216-F609-4314-9125-9B56DA400A00}"/>
              </a:ext>
            </a:extLst>
          </p:cNvPr>
          <p:cNvSpPr/>
          <p:nvPr/>
        </p:nvSpPr>
        <p:spPr>
          <a:xfrm>
            <a:off x="1293375" y="1153849"/>
            <a:ext cx="5488425" cy="9387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a:t>
            </a:r>
            <a:r>
              <a:rPr lang="en-US" sz="1100" dirty="0" err="1">
                <a:latin typeface="Courier New" panose="02070309020205020404" pitchFamily="49" charset="0"/>
                <a:cs typeface="Courier New" panose="02070309020205020404" pitchFamily="49" charset="0"/>
              </a:rPr>
              <a:t>num_threads</a:t>
            </a:r>
            <a:r>
              <a:rPr lang="en-US" sz="1100" dirty="0">
                <a:latin typeface="Courier New" panose="02070309020205020404" pitchFamily="49" charset="0"/>
                <a:cs typeface="Courier New" panose="02070309020205020404" pitchFamily="49" charset="0"/>
              </a:rPr>
              <a:t>(4)</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2576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962443"/>
          </a:xfrm>
          <a:prstGeom prst="rect">
            <a:avLst/>
          </a:prstGeom>
          <a:noFill/>
        </p:spPr>
        <p:txBody>
          <a:bodyPr wrap="square" lIns="457200" tIns="182880" rIns="457200" bIns="0" rtlCol="0">
            <a:spAutoFit/>
          </a:bodyPr>
          <a:lstStyle/>
          <a:p>
            <a:pPr>
              <a:spcAft>
                <a:spcPts val="1000"/>
              </a:spcAft>
            </a:pPr>
            <a:r>
              <a:rPr lang="en-US" dirty="0"/>
              <a:t>Loop-level parallelism vs parallel region</a:t>
            </a:r>
          </a:p>
          <a:p>
            <a:pPr marL="800100" lvl="1" indent="-342900">
              <a:lnSpc>
                <a:spcPct val="150000"/>
              </a:lnSpc>
              <a:spcAft>
                <a:spcPts val="1000"/>
              </a:spcAft>
              <a:buFont typeface="Arial" panose="020B0604020202020204" pitchFamily="34" charset="0"/>
              <a:buChar char="•"/>
            </a:pPr>
            <a:r>
              <a:rPr lang="en-US" dirty="0"/>
              <a:t>How workload is shared among threads and the </a:t>
            </a:r>
            <a:r>
              <a:rPr lang="en-US" b="1" dirty="0"/>
              <a:t>divisibility</a:t>
            </a:r>
            <a:r>
              <a:rPr lang="en-US" dirty="0"/>
              <a:t> problem</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0A360824-6F95-4F7C-80BE-D328E59C3217}"/>
              </a:ext>
            </a:extLst>
          </p:cNvPr>
          <p:cNvSpPr/>
          <p:nvPr/>
        </p:nvSpPr>
        <p:spPr>
          <a:xfrm>
            <a:off x="1276382" y="2449476"/>
            <a:ext cx="5069554"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id, </a:t>
            </a:r>
            <a:r>
              <a:rPr lang="en-US" sz="1100" dirty="0" err="1">
                <a:latin typeface="Courier New" panose="02070309020205020404" pitchFamily="49" charset="0"/>
                <a:cs typeface="Courier New" panose="02070309020205020404" pitchFamily="49" charset="0"/>
              </a:rPr>
              <a:t>nthrds</a:t>
            </a:r>
            <a:r>
              <a:rPr lang="en-US" sz="1100" dirty="0">
                <a:latin typeface="Courier New" panose="02070309020205020404" pitchFamily="49" charset="0"/>
                <a:cs typeface="Courier New" panose="02070309020205020404" pitchFamily="49" charset="0"/>
              </a:rPr>
              <a:t>, start, end;</a:t>
            </a:r>
          </a:p>
          <a:p>
            <a:r>
              <a:rPr lang="en-US" sz="1100" dirty="0">
                <a:latin typeface="Courier New" panose="02070309020205020404" pitchFamily="49" charset="0"/>
                <a:cs typeface="Courier New" panose="02070309020205020404" pitchFamily="49" charset="0"/>
              </a:rPr>
              <a:t>  id =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nthrds</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omp_get_num_threads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start = id * size / </a:t>
            </a:r>
            <a:r>
              <a:rPr lang="en-US" sz="1100" dirty="0" err="1">
                <a:latin typeface="Courier New" panose="02070309020205020404" pitchFamily="49" charset="0"/>
                <a:cs typeface="Courier New" panose="02070309020205020404" pitchFamily="49" charset="0"/>
              </a:rPr>
              <a:t>nthrds</a:t>
            </a:r>
            <a:r>
              <a:rPr lang="en-US" sz="1100" dirty="0">
                <a:latin typeface="Courier New" panose="02070309020205020404" pitchFamily="49" charset="0"/>
                <a:cs typeface="Courier New" panose="02070309020205020404" pitchFamily="49" charset="0"/>
              </a:rPr>
              <a:t>; </a:t>
            </a:r>
            <a:r>
              <a:rPr lang="en-US" sz="1100" b="0" dirty="0">
                <a:solidFill>
                  <a:srgbClr val="6A9955"/>
                </a:solidFill>
                <a:effectLst/>
                <a:latin typeface="Consolas" panose="020B0609020204030204" pitchFamily="49" charset="0"/>
              </a:rPr>
              <a:t>// Warning: integer division</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end = (id+1) * size / </a:t>
            </a:r>
            <a:r>
              <a:rPr lang="en-US" sz="1100" dirty="0" err="1">
                <a:latin typeface="Courier New" panose="02070309020205020404" pitchFamily="49" charset="0"/>
                <a:cs typeface="Courier New" panose="02070309020205020404" pitchFamily="49" charset="0"/>
              </a:rPr>
              <a:t>nthrds</a:t>
            </a:r>
            <a:r>
              <a:rPr lang="en-US" sz="1100" dirty="0">
                <a:latin typeface="Courier New" panose="02070309020205020404" pitchFamily="49" charset="0"/>
                <a:cs typeface="Courier New" panose="02070309020205020404" pitchFamily="49" charset="0"/>
              </a:rPr>
              <a:t>;</a:t>
            </a:r>
            <a:r>
              <a:rPr lang="en-US" sz="1100" b="0" dirty="0">
                <a:solidFill>
                  <a:srgbClr val="6A9955"/>
                </a:solidFill>
                <a:effectLst/>
                <a:latin typeface="Consolas" panose="020B0609020204030204" pitchFamily="49" charset="0"/>
              </a:rPr>
              <a:t> // Warning: integer division</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if (id == nthrds-1) end = size;</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start;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end;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62420651-F9E8-4330-A810-18BEE3CE9DD3}"/>
              </a:ext>
            </a:extLst>
          </p:cNvPr>
          <p:cNvSpPr/>
          <p:nvPr/>
        </p:nvSpPr>
        <p:spPr>
          <a:xfrm>
            <a:off x="1276382" y="1576761"/>
            <a:ext cx="5069554" cy="6001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p:txBody>
      </p:sp>
      <p:pic>
        <p:nvPicPr>
          <p:cNvPr id="13" name="Picture 2" descr="DO / for loop work-sharing construct">
            <a:extLst>
              <a:ext uri="{FF2B5EF4-FFF2-40B4-BE49-F238E27FC236}">
                <a16:creationId xmlns:a16="http://schemas.microsoft.com/office/drawing/2014/main" id="{4118F1FA-2D5A-4A85-AF83-0CE2C9C9F3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6330" y="1576760"/>
            <a:ext cx="1736630" cy="29848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AFB50E8-B272-04C5-F554-EF74430D3741}"/>
              </a:ext>
            </a:extLst>
          </p:cNvPr>
          <p:cNvSpPr txBox="1"/>
          <p:nvPr/>
        </p:nvSpPr>
        <p:spPr>
          <a:xfrm>
            <a:off x="697992" y="4587189"/>
            <a:ext cx="5215128" cy="464871"/>
          </a:xfrm>
          <a:prstGeom prst="rect">
            <a:avLst/>
          </a:prstGeom>
          <a:noFill/>
        </p:spPr>
        <p:txBody>
          <a:bodyPr wrap="square">
            <a:spAutoFit/>
          </a:bodyPr>
          <a:lstStyle/>
          <a:p>
            <a:pPr marL="800100" lvl="1" indent="-342900">
              <a:lnSpc>
                <a:spcPct val="150000"/>
              </a:lnSpc>
              <a:spcAft>
                <a:spcPts val="1000"/>
              </a:spcAft>
              <a:buFont typeface="Arial" panose="020B0604020202020204" pitchFamily="34" charset="0"/>
              <a:buChar char="•"/>
            </a:pPr>
            <a:r>
              <a:rPr lang="en-US" b="1" dirty="0"/>
              <a:t>Examples</a:t>
            </a:r>
            <a:r>
              <a:rPr lang="en-US" dirty="0"/>
              <a:t>: parallelfor2.c and parallelfor3.c</a:t>
            </a:r>
          </a:p>
        </p:txBody>
      </p:sp>
    </p:spTree>
    <p:extLst>
      <p:ext uri="{BB962C8B-B14F-4D97-AF65-F5344CB8AC3E}">
        <p14:creationId xmlns:p14="http://schemas.microsoft.com/office/powerpoint/2010/main" val="816194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129336"/>
          </a:xfrm>
          <a:prstGeom prst="rect">
            <a:avLst/>
          </a:prstGeom>
          <a:noFill/>
        </p:spPr>
        <p:txBody>
          <a:bodyPr wrap="square" lIns="457200" tIns="182880" rIns="457200" bIns="0" rtlCol="0">
            <a:spAutoFit/>
          </a:bodyPr>
          <a:lstStyle/>
          <a:p>
            <a:pPr>
              <a:spcAft>
                <a:spcPts val="1000"/>
              </a:spcAft>
            </a:pPr>
            <a:r>
              <a:rPr lang="en-US" dirty="0"/>
              <a:t>Shared and private variables</a:t>
            </a:r>
          </a:p>
          <a:p>
            <a:pPr marL="800100" lvl="1" indent="-342900">
              <a:spcAft>
                <a:spcPts val="1000"/>
              </a:spcAft>
              <a:buFont typeface="Arial" panose="020B0604020202020204" pitchFamily="34" charset="0"/>
              <a:buChar char="•"/>
            </a:pPr>
            <a:r>
              <a:rPr lang="en-US" dirty="0"/>
              <a:t>In parallel region, the default behavior is that </a:t>
            </a:r>
            <a:r>
              <a:rPr lang="en-US" b="1" dirty="0"/>
              <a:t>all variables are shared except loop index</a:t>
            </a:r>
            <a:r>
              <a:rPr lang="en-US" dirty="0"/>
              <a:t>, which is private for each thread</a:t>
            </a:r>
          </a:p>
          <a:p>
            <a:pPr marL="800100" lvl="1" indent="-342900">
              <a:spcAft>
                <a:spcPts val="1000"/>
              </a:spcAft>
              <a:buFont typeface="Arial" panose="020B0604020202020204" pitchFamily="34" charset="0"/>
              <a:buChar char="•"/>
            </a:pPr>
            <a:r>
              <a:rPr lang="en-US" dirty="0"/>
              <a:t>It’s ok when all threads read and write different memory locations, accessing different elements of an array. The problem happens if threads write same scalar or array element, example:</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lvl="1">
              <a:spcAft>
                <a:spcPts val="1000"/>
              </a:spcAft>
            </a:pPr>
            <a:r>
              <a:rPr lang="en-US" dirty="0"/>
              <a:t>	All threads use the same instance of “result” for their calculation</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83A6243D-9A5C-4A01-80B5-32019D6483C7}"/>
              </a:ext>
            </a:extLst>
          </p:cNvPr>
          <p:cNvSpPr/>
          <p:nvPr/>
        </p:nvSpPr>
        <p:spPr>
          <a:xfrm>
            <a:off x="1280160" y="2741056"/>
            <a:ext cx="4352597" cy="12772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result;</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result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result;</a:t>
            </a:r>
          </a:p>
          <a:p>
            <a:r>
              <a:rPr lang="en-US" sz="1100" dirty="0">
                <a:latin typeface="Courier New" panose="02070309020205020404" pitchFamily="49" charset="0"/>
                <a:cs typeface="Courier New" panose="02070309020205020404" pitchFamily="49" charset="0"/>
              </a:rPr>
              <a:t>}</a:t>
            </a:r>
          </a:p>
        </p:txBody>
      </p:sp>
      <p:pic>
        <p:nvPicPr>
          <p:cNvPr id="8" name="Picture 2" descr="http://38.media.tumblr.com/c1e057b335c06d1c684c669857e68daf/tumblr_na5sb7TI8E1tx0eb6o1_500.gif">
            <a:extLst>
              <a:ext uri="{FF2B5EF4-FFF2-40B4-BE49-F238E27FC236}">
                <a16:creationId xmlns:a16="http://schemas.microsoft.com/office/drawing/2014/main" id="{FB511228-B437-46E2-960D-892565D29455}"/>
              </a:ext>
            </a:extLst>
          </p:cNvPr>
          <p:cNvPicPr>
            <a:picLocks noChangeAspect="1" noChangeArrowheads="1" noCrop="1"/>
          </p:cNvPicPr>
          <p:nvPr/>
        </p:nvPicPr>
        <p:blipFill>
          <a:blip r:embed="rId4">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6126479" y="2741057"/>
            <a:ext cx="1977201" cy="127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0161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24875"/>
          </a:xfrm>
          <a:prstGeom prst="rect">
            <a:avLst/>
          </a:prstGeom>
          <a:noFill/>
        </p:spPr>
        <p:txBody>
          <a:bodyPr wrap="square" lIns="457200" tIns="182880" rIns="457200" bIns="0" rtlCol="0">
            <a:spAutoFit/>
          </a:bodyPr>
          <a:lstStyle/>
          <a:p>
            <a:pPr>
              <a:spcAft>
                <a:spcPts val="1000"/>
              </a:spcAft>
            </a:pPr>
            <a:r>
              <a:rPr lang="en-US" dirty="0"/>
              <a:t>Shared and private variables</a:t>
            </a:r>
          </a:p>
          <a:p>
            <a:pPr marL="800100" lvl="1" indent="-342900">
              <a:lnSpc>
                <a:spcPct val="150000"/>
              </a:lnSpc>
              <a:spcAft>
                <a:spcPts val="1000"/>
              </a:spcAft>
              <a:buFont typeface="Arial" panose="020B0604020202020204" pitchFamily="34" charset="0"/>
              <a:buChar char="•"/>
            </a:pPr>
            <a:r>
              <a:rPr lang="en-US" i="1" dirty="0"/>
              <a:t>private</a:t>
            </a:r>
            <a:r>
              <a:rPr lang="en-US" dirty="0"/>
              <a:t> creates a separate memory location for the variable for each thread</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r>
              <a:rPr lang="en-US" dirty="0"/>
              <a:t>Data races happen among the threads!</a:t>
            </a:r>
          </a:p>
          <a:p>
            <a:pPr marL="800100" lvl="1" indent="-342900">
              <a:lnSpc>
                <a:spcPct val="150000"/>
              </a:lnSpc>
              <a:spcAft>
                <a:spcPts val="1000"/>
              </a:spcAft>
              <a:buFont typeface="Arial" panose="020B0604020202020204" pitchFamily="34" charset="0"/>
              <a:buChar char="•"/>
            </a:pPr>
            <a:r>
              <a:rPr lang="en-US" dirty="0"/>
              <a:t>Let’s see the behavior of the code with/without the private clause</a:t>
            </a:r>
          </a:p>
          <a:p>
            <a:pPr marL="800100" lvl="1" indent="-342900">
              <a:lnSpc>
                <a:spcPct val="150000"/>
              </a:lnSpc>
              <a:spcAft>
                <a:spcPts val="1000"/>
              </a:spcAft>
              <a:buFont typeface="Arial" panose="020B0604020202020204" pitchFamily="34" charset="0"/>
              <a:buChar char="•"/>
            </a:pPr>
            <a:r>
              <a:rPr lang="en-US" b="1" dirty="0"/>
              <a:t>Example</a:t>
            </a:r>
            <a:r>
              <a:rPr lang="en-US" dirty="0"/>
              <a:t>: </a:t>
            </a:r>
            <a:r>
              <a:rPr lang="en-US" dirty="0" err="1"/>
              <a:t>private.c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82240F17-EC06-4018-B76A-5BAD161B659C}"/>
              </a:ext>
            </a:extLst>
          </p:cNvPr>
          <p:cNvSpPr/>
          <p:nvPr/>
        </p:nvSpPr>
        <p:spPr>
          <a:xfrm>
            <a:off x="1160012" y="1617241"/>
            <a:ext cx="6094228" cy="12772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result;</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private(result)</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result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result;</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49080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24875"/>
          </a:xfrm>
          <a:prstGeom prst="rect">
            <a:avLst/>
          </a:prstGeom>
          <a:noFill/>
        </p:spPr>
        <p:txBody>
          <a:bodyPr wrap="square" lIns="457200" tIns="182880" rIns="457200" bIns="0" rtlCol="0">
            <a:spAutoFit/>
          </a:bodyPr>
          <a:lstStyle/>
          <a:p>
            <a:pPr>
              <a:spcAft>
                <a:spcPts val="1000"/>
              </a:spcAft>
            </a:pPr>
            <a:r>
              <a:rPr lang="en-US" dirty="0"/>
              <a:t>Shared and private variables</a:t>
            </a:r>
          </a:p>
          <a:p>
            <a:pPr marL="800100" lvl="1" indent="-342900">
              <a:lnSpc>
                <a:spcPct val="150000"/>
              </a:lnSpc>
              <a:spcAft>
                <a:spcPts val="1000"/>
              </a:spcAft>
              <a:buFont typeface="Arial" panose="020B0604020202020204" pitchFamily="34" charset="0"/>
              <a:buChar char="•"/>
            </a:pPr>
            <a:r>
              <a:rPr lang="en-US" i="1" dirty="0"/>
              <a:t>default none</a:t>
            </a:r>
            <a:r>
              <a:rPr lang="en-US" dirty="0"/>
              <a:t> allows to define all variables as shared or private</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r>
              <a:rPr lang="en-US" dirty="0"/>
              <a:t>Explicit control of the behavior per shared or private variable</a:t>
            </a:r>
          </a:p>
          <a:p>
            <a:pPr marL="800100" lvl="1" indent="-342900">
              <a:lnSpc>
                <a:spcPct val="150000"/>
              </a:lnSpc>
              <a:spcAft>
                <a:spcPts val="1000"/>
              </a:spcAft>
              <a:buFont typeface="Arial" panose="020B0604020202020204" pitchFamily="34" charset="0"/>
              <a:buChar char="•"/>
            </a:pPr>
            <a:r>
              <a:rPr lang="en-US" dirty="0"/>
              <a:t>Loop iterator is </a:t>
            </a:r>
            <a:r>
              <a:rPr lang="en-US" b="1" dirty="0"/>
              <a:t>always</a:t>
            </a:r>
            <a:r>
              <a:rPr lang="en-US" dirty="0"/>
              <a:t> private</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672DD951-47B5-4EC7-AA9F-35FC6F05544F}"/>
              </a:ext>
            </a:extLst>
          </p:cNvPr>
          <p:cNvSpPr/>
          <p:nvPr/>
        </p:nvSpPr>
        <p:spPr>
          <a:xfrm>
            <a:off x="1217175" y="1575404"/>
            <a:ext cx="5884665" cy="161582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result;</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default (none) \</a:t>
            </a:r>
          </a:p>
          <a:p>
            <a:r>
              <a:rPr lang="en-US" sz="1100" dirty="0">
                <a:latin typeface="Courier New" panose="02070309020205020404" pitchFamily="49" charset="0"/>
                <a:cs typeface="Courier New" panose="02070309020205020404" pitchFamily="49" charset="0"/>
              </a:rPr>
              <a:t>                         shared (</a:t>
            </a:r>
            <a:r>
              <a:rPr lang="en-US" sz="1100" dirty="0" err="1">
                <a:latin typeface="Courier New" panose="02070309020205020404" pitchFamily="49" charset="0"/>
                <a:cs typeface="Courier New" panose="02070309020205020404" pitchFamily="49" charset="0"/>
              </a:rPr>
              <a:t>size,a,b,c</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private(result)</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result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b[</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res;</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8394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363374"/>
          </a:xfrm>
          <a:prstGeom prst="rect">
            <a:avLst/>
          </a:prstGeom>
          <a:noFill/>
        </p:spPr>
        <p:txBody>
          <a:bodyPr wrap="square" lIns="457200" tIns="182880" rIns="457200" bIns="0" rtlCol="0">
            <a:spAutoFit/>
          </a:bodyPr>
          <a:lstStyle/>
          <a:p>
            <a:pPr>
              <a:spcAft>
                <a:spcPts val="1000"/>
              </a:spcAft>
            </a:pPr>
            <a:r>
              <a:rPr lang="en-US" dirty="0"/>
              <a:t>Data dependencies</a:t>
            </a:r>
          </a:p>
          <a:p>
            <a:pPr marL="800100" lvl="1" indent="-342900">
              <a:lnSpc>
                <a:spcPct val="150000"/>
              </a:lnSpc>
              <a:spcAft>
                <a:spcPts val="1000"/>
              </a:spcAft>
              <a:buFont typeface="Arial" panose="020B0604020202020204" pitchFamily="34" charset="0"/>
              <a:buChar char="•"/>
            </a:pPr>
            <a:r>
              <a:rPr lang="en-US" dirty="0"/>
              <a:t>Cannot assume threads will run in any specific order</a:t>
            </a:r>
          </a:p>
          <a:p>
            <a:pPr marL="800100" lvl="1" indent="-342900">
              <a:lnSpc>
                <a:spcPct val="150000"/>
              </a:lnSpc>
              <a:spcAft>
                <a:spcPts val="1000"/>
              </a:spcAft>
              <a:buFont typeface="Arial" panose="020B0604020202020204" pitchFamily="34" charset="0"/>
              <a:buChar char="•"/>
            </a:pPr>
            <a:r>
              <a:rPr lang="en-US" dirty="0"/>
              <a:t>Example: Fibonacci sequence</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dirty="0"/>
              <a:t>Easy test for checking dependencies: if the serial loop is executed in reverse order, will it give the same result?</a:t>
            </a:r>
          </a:p>
          <a:p>
            <a:pPr marL="800100" lvl="1" indent="-342900">
              <a:lnSpc>
                <a:spcPct val="150000"/>
              </a:lnSpc>
              <a:spcAft>
                <a:spcPts val="1000"/>
              </a:spcAft>
              <a:buFont typeface="Arial" panose="020B0604020202020204" pitchFamily="34" charset="0"/>
              <a:buChar char="•"/>
            </a:pPr>
            <a:r>
              <a:rPr lang="en-US" dirty="0"/>
              <a:t>Be careful when calling dependent and </a:t>
            </a:r>
            <a:r>
              <a:rPr lang="en-US" b="1" dirty="0"/>
              <a:t>non-reentrant</a:t>
            </a:r>
            <a:r>
              <a:rPr lang="en-US" dirty="0"/>
              <a:t> functions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8E09E745-E207-492A-BB28-969666DE08E0}"/>
              </a:ext>
            </a:extLst>
          </p:cNvPr>
          <p:cNvSpPr/>
          <p:nvPr/>
        </p:nvSpPr>
        <p:spPr>
          <a:xfrm>
            <a:off x="1271903" y="2092902"/>
            <a:ext cx="5631817" cy="110799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seq</a:t>
            </a:r>
            <a:r>
              <a:rPr lang="en-US" sz="1100" dirty="0">
                <a:latin typeface="Courier New" panose="02070309020205020404" pitchFamily="49" charset="0"/>
                <a:cs typeface="Courier New" panose="02070309020205020404" pitchFamily="49" charset="0"/>
              </a:rPr>
              <a:t>[0] = 0;</a:t>
            </a:r>
          </a:p>
          <a:p>
            <a:r>
              <a:rPr lang="en-US" sz="1100" dirty="0" err="1">
                <a:latin typeface="Courier New" panose="02070309020205020404" pitchFamily="49" charset="0"/>
                <a:cs typeface="Courier New" panose="02070309020205020404" pitchFamily="49" charset="0"/>
              </a:rPr>
              <a:t>seq</a:t>
            </a:r>
            <a:r>
              <a:rPr lang="en-US" sz="1100" dirty="0">
                <a:latin typeface="Courier New" panose="02070309020205020404" pitchFamily="49" charset="0"/>
                <a:cs typeface="Courier New" panose="02070309020205020404" pitchFamily="49" charset="0"/>
              </a:rPr>
              <a:t>[1] = 1;</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3;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seq</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seq</a:t>
            </a:r>
            <a:r>
              <a:rPr lang="en-US" sz="1100" dirty="0">
                <a:latin typeface="Courier New" panose="02070309020205020404" pitchFamily="49" charset="0"/>
                <a:cs typeface="Courier New" panose="02070309020205020404" pitchFamily="49" charset="0"/>
              </a:rPr>
              <a:t>[i-1] + </a:t>
            </a:r>
            <a:r>
              <a:rPr lang="en-US" sz="1100" dirty="0" err="1">
                <a:latin typeface="Courier New" panose="02070309020205020404" pitchFamily="49" charset="0"/>
                <a:cs typeface="Courier New" panose="02070309020205020404" pitchFamily="49" charset="0"/>
              </a:rPr>
              <a:t>seq</a:t>
            </a:r>
            <a:r>
              <a:rPr lang="en-US" sz="1100" dirty="0">
                <a:latin typeface="Courier New" panose="02070309020205020404" pitchFamily="49" charset="0"/>
                <a:cs typeface="Courier New" panose="02070309020205020404" pitchFamily="49" charset="0"/>
              </a:rPr>
              <a:t>[i-2];</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55712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524315"/>
          </a:xfrm>
          <a:prstGeom prst="rect">
            <a:avLst/>
          </a:prstGeom>
          <a:noFill/>
        </p:spPr>
        <p:txBody>
          <a:bodyPr wrap="square" lIns="457200" tIns="182880" rIns="457200" bIns="0" rtlCol="0">
            <a:spAutoFit/>
          </a:bodyPr>
          <a:lstStyle/>
          <a:p>
            <a:pPr>
              <a:spcAft>
                <a:spcPts val="1000"/>
              </a:spcAft>
            </a:pPr>
            <a:r>
              <a:rPr lang="en-US" dirty="0"/>
              <a:t>Reduction</a:t>
            </a:r>
          </a:p>
          <a:p>
            <a:pPr marL="800100" lvl="1" indent="-342900">
              <a:lnSpc>
                <a:spcPct val="150000"/>
              </a:lnSpc>
              <a:spcAft>
                <a:spcPts val="1000"/>
              </a:spcAft>
              <a:buFont typeface="Arial" panose="020B0604020202020204" pitchFamily="34" charset="0"/>
              <a:buChar char="•"/>
            </a:pPr>
            <a:r>
              <a:rPr lang="en-US" dirty="0"/>
              <a:t>Operation that applies to all of the elements of an array (e.g. sum all values)</a:t>
            </a:r>
          </a:p>
          <a:p>
            <a:pPr marL="800100" lvl="1" indent="-342900">
              <a:lnSpc>
                <a:spcPct val="150000"/>
              </a:lnSpc>
              <a:spcAft>
                <a:spcPts val="1000"/>
              </a:spcAft>
              <a:buFont typeface="Arial" panose="020B0604020202020204" pitchFamily="34" charset="0"/>
              <a:buChar char="•"/>
            </a:pPr>
            <a:r>
              <a:rPr lang="en-US" dirty="0"/>
              <a:t>Results from all threads are automatically reduced at the end</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Bef>
                <a:spcPts val="2000"/>
              </a:spcBef>
              <a:spcAft>
                <a:spcPts val="1000"/>
              </a:spcAft>
              <a:buFont typeface="Arial" panose="020B0604020202020204" pitchFamily="34" charset="0"/>
              <a:buChar char="•"/>
            </a:pPr>
            <a:r>
              <a:rPr lang="en-US" dirty="0"/>
              <a:t>Operators: +, *, -, /, &amp;, ^, |, &amp;&amp;, ||, min, max</a:t>
            </a:r>
          </a:p>
          <a:p>
            <a:pPr marL="800100" lvl="1" indent="-342900">
              <a:spcAft>
                <a:spcPts val="1000"/>
              </a:spcAft>
              <a:buFont typeface="Arial" panose="020B0604020202020204" pitchFamily="34" charset="0"/>
              <a:buChar char="•"/>
            </a:pPr>
            <a:r>
              <a:rPr lang="en-US" dirty="0"/>
              <a:t>Roundoff error may be different than serial case (e.g. </a:t>
            </a:r>
            <a:r>
              <a:rPr lang="en-US" dirty="0">
                <a:hlinkClick r:id="rId3"/>
              </a:rPr>
              <a:t>Kahan summation algorithm</a:t>
            </a:r>
            <a:r>
              <a:rPr lang="en-US" dirty="0"/>
              <a:t> to reduce the numerical error)</a:t>
            </a:r>
          </a:p>
          <a:p>
            <a:pPr marL="800100" lvl="1" indent="-342900">
              <a:spcAft>
                <a:spcPts val="1000"/>
              </a:spcAft>
              <a:buFont typeface="Arial" panose="020B0604020202020204" pitchFamily="34" charset="0"/>
              <a:buChar char="•"/>
            </a:pPr>
            <a:r>
              <a:rPr lang="en-US" b="1" dirty="0"/>
              <a:t>Example</a:t>
            </a:r>
            <a:r>
              <a:rPr lang="en-US" dirty="0"/>
              <a:t>: </a:t>
            </a:r>
            <a:r>
              <a:rPr lang="en-US" dirty="0" err="1"/>
              <a:t>reduction.c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4">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155F871C-DF98-4ADE-A2F7-021AAE947052}"/>
              </a:ext>
            </a:extLst>
          </p:cNvPr>
          <p:cNvSpPr/>
          <p:nvPr/>
        </p:nvSpPr>
        <p:spPr>
          <a:xfrm>
            <a:off x="1217175" y="2170489"/>
            <a:ext cx="5747505" cy="110799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sum = 0;</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reduction(+:sum)</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sum += array[</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3444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593659"/>
          </a:xfrm>
          <a:prstGeom prst="rect">
            <a:avLst/>
          </a:prstGeom>
          <a:noFill/>
        </p:spPr>
        <p:txBody>
          <a:bodyPr wrap="square" lIns="457200" tIns="182880" rIns="457200" bIns="0" rtlCol="0">
            <a:spAutoFit/>
          </a:bodyPr>
          <a:lstStyle/>
          <a:p>
            <a:pPr>
              <a:spcAft>
                <a:spcPts val="1000"/>
              </a:spcAft>
            </a:pPr>
            <a:r>
              <a:rPr lang="en-US" dirty="0"/>
              <a:t>Performance hints</a:t>
            </a:r>
          </a:p>
          <a:p>
            <a:pPr marL="800100" lvl="1" indent="-342900">
              <a:lnSpc>
                <a:spcPct val="150000"/>
              </a:lnSpc>
              <a:spcAft>
                <a:spcPts val="1000"/>
              </a:spcAft>
              <a:buFont typeface="Arial" panose="020B0604020202020204" pitchFamily="34" charset="0"/>
              <a:buChar char="•"/>
            </a:pPr>
            <a:r>
              <a:rPr lang="en-US" dirty="0"/>
              <a:t>OpenMP will do what you tell it to do, be aware of dependencies</a:t>
            </a:r>
          </a:p>
          <a:p>
            <a:pPr marL="800100" lvl="1" indent="-342900">
              <a:lnSpc>
                <a:spcPct val="150000"/>
              </a:lnSpc>
              <a:spcAft>
                <a:spcPts val="1000"/>
              </a:spcAft>
              <a:buFont typeface="Arial" panose="020B0604020202020204" pitchFamily="34" charset="0"/>
              <a:buChar char="•"/>
            </a:pPr>
            <a:r>
              <a:rPr lang="en-US" dirty="0"/>
              <a:t>Do not parallelize small loops, overhead may be &gt; than speedup!</a:t>
            </a:r>
          </a:p>
          <a:p>
            <a:pPr marL="800100" lvl="1" indent="-342900">
              <a:lnSpc>
                <a:spcPct val="150000"/>
              </a:lnSpc>
              <a:spcAft>
                <a:spcPts val="1000"/>
              </a:spcAft>
              <a:buFont typeface="Arial" panose="020B0604020202020204" pitchFamily="34" charset="0"/>
              <a:buChar char="•"/>
            </a:pPr>
            <a:r>
              <a:rPr lang="en-US" dirty="0"/>
              <a:t>Parallelize outer loops, maximize number of parallel operations</a:t>
            </a:r>
          </a:p>
          <a:p>
            <a:pPr marL="800100" lvl="1" indent="-342900">
              <a:lnSpc>
                <a:spcPct val="150000"/>
              </a:lnSpc>
              <a:spcAft>
                <a:spcPts val="1000"/>
              </a:spcAft>
              <a:buFont typeface="Arial" panose="020B0604020202020204" pitchFamily="34" charset="0"/>
              <a:buChar char="•"/>
            </a:pPr>
            <a:r>
              <a:rPr lang="en-US" dirty="0"/>
              <a:t>Merge parallel sections (minimize overheads) if data dependencies allow</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EB62F760-7AA1-4FB2-8304-A145C290B5CB}"/>
              </a:ext>
            </a:extLst>
          </p:cNvPr>
          <p:cNvSpPr/>
          <p:nvPr/>
        </p:nvSpPr>
        <p:spPr>
          <a:xfrm>
            <a:off x="1271752" y="3236178"/>
            <a:ext cx="5921528" cy="14465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for</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size1;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for</a:t>
            </a:r>
          </a:p>
          <a:p>
            <a:r>
              <a:rPr lang="en-US" sz="1100" dirty="0">
                <a:latin typeface="Courier New" panose="02070309020205020404" pitchFamily="49" charset="0"/>
                <a:cs typeface="Courier New" panose="02070309020205020404" pitchFamily="49" charset="0"/>
              </a:rPr>
              <a:t>for(</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size2;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end</a:t>
            </a:r>
          </a:p>
        </p:txBody>
      </p:sp>
    </p:spTree>
    <p:extLst>
      <p:ext uri="{BB962C8B-B14F-4D97-AF65-F5344CB8AC3E}">
        <p14:creationId xmlns:p14="http://schemas.microsoft.com/office/powerpoint/2010/main" val="812422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962443"/>
          </a:xfrm>
          <a:prstGeom prst="rect">
            <a:avLst/>
          </a:prstGeom>
          <a:noFill/>
        </p:spPr>
        <p:txBody>
          <a:bodyPr wrap="square" lIns="457200" tIns="182880" rIns="457200" bIns="0" rtlCol="0">
            <a:spAutoFit/>
          </a:bodyPr>
          <a:lstStyle/>
          <a:p>
            <a:pPr>
              <a:spcAft>
                <a:spcPts val="1000"/>
              </a:spcAft>
            </a:pPr>
            <a:r>
              <a:rPr lang="en-US" dirty="0"/>
              <a:t>Behavior</a:t>
            </a:r>
          </a:p>
          <a:p>
            <a:pPr marL="800100" lvl="1" indent="-342900">
              <a:lnSpc>
                <a:spcPct val="150000"/>
              </a:lnSpc>
              <a:spcAft>
                <a:spcPts val="1000"/>
              </a:spcAft>
              <a:buFont typeface="Arial" panose="020B0604020202020204" pitchFamily="34" charset="0"/>
              <a:buChar char="•"/>
            </a:pPr>
            <a:r>
              <a:rPr lang="en-US" dirty="0"/>
              <a:t>What’s the difference between these three codes?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EB62F760-7AA1-4FB2-8304-A145C290B5CB}"/>
              </a:ext>
            </a:extLst>
          </p:cNvPr>
          <p:cNvSpPr/>
          <p:nvPr/>
        </p:nvSpPr>
        <p:spPr>
          <a:xfrm>
            <a:off x="1373352" y="2363717"/>
            <a:ext cx="5037608" cy="9387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for</a:t>
            </a:r>
          </a:p>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end</a:t>
            </a:r>
          </a:p>
        </p:txBody>
      </p:sp>
      <p:sp>
        <p:nvSpPr>
          <p:cNvPr id="8" name="Rectangle 7">
            <a:extLst>
              <a:ext uri="{FF2B5EF4-FFF2-40B4-BE49-F238E27FC236}">
                <a16:creationId xmlns:a16="http://schemas.microsoft.com/office/drawing/2014/main" id="{61865EC0-6607-4EAD-8824-2D732522EAC3}"/>
              </a:ext>
            </a:extLst>
          </p:cNvPr>
          <p:cNvSpPr/>
          <p:nvPr/>
        </p:nvSpPr>
        <p:spPr>
          <a:xfrm>
            <a:off x="1373352" y="3502232"/>
            <a:ext cx="5037608"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end</a:t>
            </a:r>
          </a:p>
        </p:txBody>
      </p:sp>
      <p:sp>
        <p:nvSpPr>
          <p:cNvPr id="9" name="Rectangle 8">
            <a:extLst>
              <a:ext uri="{FF2B5EF4-FFF2-40B4-BE49-F238E27FC236}">
                <a16:creationId xmlns:a16="http://schemas.microsoft.com/office/drawing/2014/main" id="{137EC3D7-6809-4081-B761-DD63E0FE157A}"/>
              </a:ext>
            </a:extLst>
          </p:cNvPr>
          <p:cNvSpPr/>
          <p:nvPr/>
        </p:nvSpPr>
        <p:spPr>
          <a:xfrm>
            <a:off x="1373352" y="1583869"/>
            <a:ext cx="5037608" cy="6001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a:t>
            </a:r>
          </a:p>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p:txBody>
      </p:sp>
      <p:pic>
        <p:nvPicPr>
          <p:cNvPr id="1026" name="Picture 2" descr="Leonardo DiCaprio Laughing - Meme Template">
            <a:extLst>
              <a:ext uri="{FF2B5EF4-FFF2-40B4-BE49-F238E27FC236}">
                <a16:creationId xmlns:a16="http://schemas.microsoft.com/office/drawing/2014/main" id="{EF762037-DDF7-4FE0-8943-16556C3AAC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7671" y="2062186"/>
            <a:ext cx="1541780" cy="1541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967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962443"/>
          </a:xfrm>
          <a:prstGeom prst="rect">
            <a:avLst/>
          </a:prstGeom>
          <a:noFill/>
        </p:spPr>
        <p:txBody>
          <a:bodyPr wrap="square" lIns="457200" tIns="182880" rIns="457200" bIns="0" rtlCol="0">
            <a:spAutoFit/>
          </a:bodyPr>
          <a:lstStyle/>
          <a:p>
            <a:pPr>
              <a:spcAft>
                <a:spcPts val="1000"/>
              </a:spcAft>
            </a:pPr>
            <a:r>
              <a:rPr lang="en-US" dirty="0"/>
              <a:t>Sections</a:t>
            </a:r>
          </a:p>
          <a:p>
            <a:pPr marL="800100" lvl="1" indent="-342900">
              <a:lnSpc>
                <a:spcPct val="150000"/>
              </a:lnSpc>
              <a:spcAft>
                <a:spcPts val="1000"/>
              </a:spcAft>
              <a:buFont typeface="Arial" panose="020B0604020202020204" pitchFamily="34" charset="0"/>
              <a:buChar char="•"/>
            </a:pPr>
            <a:r>
              <a:rPr lang="en-US" dirty="0"/>
              <a:t>Sections can be used to allocate workload to a thread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9" name="Rectangle 8">
            <a:extLst>
              <a:ext uri="{FF2B5EF4-FFF2-40B4-BE49-F238E27FC236}">
                <a16:creationId xmlns:a16="http://schemas.microsoft.com/office/drawing/2014/main" id="{137EC3D7-6809-4081-B761-DD63E0FE157A}"/>
              </a:ext>
            </a:extLst>
          </p:cNvPr>
          <p:cNvSpPr/>
          <p:nvPr/>
        </p:nvSpPr>
        <p:spPr>
          <a:xfrm>
            <a:off x="1373352" y="1583869"/>
            <a:ext cx="5037608"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sections</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section</a:t>
            </a: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 Do something by one thread</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printf</a:t>
            </a:r>
            <a:r>
              <a:rPr lang="en-US" sz="1100" dirty="0">
                <a:latin typeface="Courier New" panose="02070309020205020404" pitchFamily="49" charset="0"/>
                <a:cs typeface="Courier New" panose="02070309020205020404" pitchFamily="49" charset="0"/>
              </a:rPr>
              <a:t> ("id = %d, \n",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section</a:t>
            </a: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 Do something by another thread</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printf</a:t>
            </a:r>
            <a:r>
              <a:rPr lang="en-US" sz="1100" dirty="0">
                <a:latin typeface="Courier New" panose="02070309020205020404" pitchFamily="49" charset="0"/>
                <a:cs typeface="Courier New" panose="02070309020205020404" pitchFamily="49" charset="0"/>
              </a:rPr>
              <a:t> ("id = %d, \n",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section</a:t>
            </a: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 Do something by yet another thread</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printf</a:t>
            </a:r>
            <a:r>
              <a:rPr lang="en-US" sz="1100" dirty="0">
                <a:latin typeface="Courier New" panose="02070309020205020404" pitchFamily="49" charset="0"/>
                <a:cs typeface="Courier New" panose="02070309020205020404" pitchFamily="49" charset="0"/>
              </a:rPr>
              <a:t> ("id = %d, \n",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40F46C69-4882-25BA-EB64-0CA753DC6A44}"/>
              </a:ext>
            </a:extLst>
          </p:cNvPr>
          <p:cNvSpPr txBox="1"/>
          <p:nvPr/>
        </p:nvSpPr>
        <p:spPr>
          <a:xfrm>
            <a:off x="6019800" y="4686300"/>
            <a:ext cx="3051048" cy="369332"/>
          </a:xfrm>
          <a:prstGeom prst="rect">
            <a:avLst/>
          </a:prstGeom>
          <a:noFill/>
        </p:spPr>
        <p:txBody>
          <a:bodyPr wrap="square">
            <a:spAutoFit/>
          </a:bodyPr>
          <a:lstStyle/>
          <a:p>
            <a:pPr marL="800100" lvl="1" indent="-342900">
              <a:spcAft>
                <a:spcPts val="1000"/>
              </a:spcAft>
              <a:buFont typeface="Arial" panose="020B0604020202020204" pitchFamily="34" charset="0"/>
              <a:buChar char="•"/>
            </a:pPr>
            <a:r>
              <a:rPr lang="en-US" b="1" dirty="0"/>
              <a:t>Example</a:t>
            </a:r>
            <a:r>
              <a:rPr lang="en-US" dirty="0"/>
              <a:t>: </a:t>
            </a:r>
            <a:r>
              <a:rPr lang="en-US" dirty="0" err="1"/>
              <a:t>sections.c</a:t>
            </a:r>
            <a:endParaRPr lang="en-US" dirty="0"/>
          </a:p>
        </p:txBody>
      </p:sp>
    </p:spTree>
    <p:extLst>
      <p:ext uri="{BB962C8B-B14F-4D97-AF65-F5344CB8AC3E}">
        <p14:creationId xmlns:p14="http://schemas.microsoft.com/office/powerpoint/2010/main" val="829487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1697901"/>
          </a:xfrm>
          <a:prstGeom prst="rect">
            <a:avLst/>
          </a:prstGeom>
          <a:noFill/>
        </p:spPr>
        <p:txBody>
          <a:bodyPr wrap="square" lIns="457200" tIns="182880" rIns="457200" bIns="0" rtlCol="0">
            <a:spAutoFit/>
          </a:bodyPr>
          <a:lstStyle/>
          <a:p>
            <a:pPr>
              <a:spcAft>
                <a:spcPts val="1000"/>
              </a:spcAft>
            </a:pPr>
            <a:r>
              <a:rPr lang="en-US" dirty="0"/>
              <a:t>Nested loops</a:t>
            </a:r>
          </a:p>
          <a:p>
            <a:pPr marL="800100" lvl="1" indent="-342900">
              <a:spcAft>
                <a:spcPts val="1000"/>
              </a:spcAft>
              <a:buFont typeface="Arial" panose="020B0604020202020204" pitchFamily="34" charset="0"/>
              <a:buChar char="•"/>
            </a:pPr>
            <a:r>
              <a:rPr lang="en-US" b="1" dirty="0"/>
              <a:t>collapse</a:t>
            </a:r>
            <a:r>
              <a:rPr lang="en-US" dirty="0"/>
              <a:t>: Specifies how many loops in a nested loop should be collapsed into one large iteration space and divided according to the schedule clause. The sequential execution of the iterations in all associated loops determines the order of the iterations in the collapsed iteration space.</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9" name="Rectangle 8">
            <a:extLst>
              <a:ext uri="{FF2B5EF4-FFF2-40B4-BE49-F238E27FC236}">
                <a16:creationId xmlns:a16="http://schemas.microsoft.com/office/drawing/2014/main" id="{137EC3D7-6809-4081-B761-DD63E0FE157A}"/>
              </a:ext>
            </a:extLst>
          </p:cNvPr>
          <p:cNvSpPr/>
          <p:nvPr/>
        </p:nvSpPr>
        <p:spPr>
          <a:xfrm>
            <a:off x="2555976" y="3774787"/>
            <a:ext cx="5037608" cy="12772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collapse(2)</a:t>
            </a:r>
          </a:p>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for(int j = 0; j &lt; size; </a:t>
            </a:r>
            <a:r>
              <a:rPr lang="en-US" sz="1100" dirty="0" err="1">
                <a:latin typeface="Courier New" panose="02070309020205020404" pitchFamily="49" charset="0"/>
                <a:cs typeface="Courier New" panose="02070309020205020404" pitchFamily="49" charset="0"/>
              </a:rPr>
              <a:t>j++</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6" name="Rectangle 5">
            <a:extLst>
              <a:ext uri="{FF2B5EF4-FFF2-40B4-BE49-F238E27FC236}">
                <a16:creationId xmlns:a16="http://schemas.microsoft.com/office/drawing/2014/main" id="{6389CEEC-95DA-5011-19F9-68CF3AE2CFD5}"/>
              </a:ext>
            </a:extLst>
          </p:cNvPr>
          <p:cNvSpPr/>
          <p:nvPr/>
        </p:nvSpPr>
        <p:spPr>
          <a:xfrm>
            <a:off x="2555976" y="2268608"/>
            <a:ext cx="5037608" cy="14465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a:t>
            </a:r>
          </a:p>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a:t>
            </a:r>
          </a:p>
          <a:p>
            <a:r>
              <a:rPr lang="en-US" sz="1100" dirty="0">
                <a:latin typeface="Courier New" panose="02070309020205020404" pitchFamily="49" charset="0"/>
                <a:cs typeface="Courier New" panose="02070309020205020404" pitchFamily="49" charset="0"/>
              </a:rPr>
              <a:t>   for(int j = 0; j &lt; size; </a:t>
            </a:r>
            <a:r>
              <a:rPr lang="en-US" sz="1100" dirty="0" err="1">
                <a:latin typeface="Courier New" panose="02070309020205020404" pitchFamily="49" charset="0"/>
                <a:cs typeface="Courier New" panose="02070309020205020404" pitchFamily="49" charset="0"/>
              </a:rPr>
              <a:t>j++</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pic>
        <p:nvPicPr>
          <p:cNvPr id="11" name="Picture 10">
            <a:extLst>
              <a:ext uri="{FF2B5EF4-FFF2-40B4-BE49-F238E27FC236}">
                <a16:creationId xmlns:a16="http://schemas.microsoft.com/office/drawing/2014/main" id="{A163930C-43FF-6765-9BCB-C0C682829518}"/>
              </a:ext>
            </a:extLst>
          </p:cNvPr>
          <p:cNvPicPr>
            <a:picLocks noChangeAspect="1"/>
          </p:cNvPicPr>
          <p:nvPr/>
        </p:nvPicPr>
        <p:blipFill>
          <a:blip r:embed="rId4"/>
          <a:stretch>
            <a:fillRect/>
          </a:stretch>
        </p:blipFill>
        <p:spPr>
          <a:xfrm>
            <a:off x="1078800" y="2268608"/>
            <a:ext cx="1304925" cy="1285875"/>
          </a:xfrm>
          <a:prstGeom prst="rect">
            <a:avLst/>
          </a:prstGeom>
        </p:spPr>
      </p:pic>
      <p:pic>
        <p:nvPicPr>
          <p:cNvPr id="14" name="Picture 13">
            <a:extLst>
              <a:ext uri="{FF2B5EF4-FFF2-40B4-BE49-F238E27FC236}">
                <a16:creationId xmlns:a16="http://schemas.microsoft.com/office/drawing/2014/main" id="{5EAEB697-A454-D686-1EC8-B26FF7E33BF3}"/>
              </a:ext>
            </a:extLst>
          </p:cNvPr>
          <p:cNvPicPr>
            <a:picLocks noChangeAspect="1"/>
          </p:cNvPicPr>
          <p:nvPr/>
        </p:nvPicPr>
        <p:blipFill>
          <a:blip r:embed="rId5"/>
          <a:stretch>
            <a:fillRect/>
          </a:stretch>
        </p:blipFill>
        <p:spPr>
          <a:xfrm>
            <a:off x="1078801" y="3774786"/>
            <a:ext cx="1304925" cy="1276350"/>
          </a:xfrm>
          <a:prstGeom prst="rect">
            <a:avLst/>
          </a:prstGeom>
        </p:spPr>
      </p:pic>
    </p:spTree>
    <p:extLst>
      <p:ext uri="{BB962C8B-B14F-4D97-AF65-F5344CB8AC3E}">
        <p14:creationId xmlns:p14="http://schemas.microsoft.com/office/powerpoint/2010/main" val="652213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170099"/>
          </a:xfrm>
          <a:prstGeom prst="rect">
            <a:avLst/>
          </a:prstGeom>
          <a:noFill/>
        </p:spPr>
        <p:txBody>
          <a:bodyPr wrap="square" lIns="457200" tIns="182880" rIns="457200" bIns="0" rtlCol="0">
            <a:spAutoFit/>
          </a:bodyPr>
          <a:lstStyle/>
          <a:p>
            <a:pPr>
              <a:spcAft>
                <a:spcPts val="1000"/>
              </a:spcAft>
            </a:pPr>
            <a:r>
              <a:rPr lang="en-US" dirty="0"/>
              <a:t>Barriers</a:t>
            </a:r>
          </a:p>
          <a:p>
            <a:pPr marL="800100" lvl="1" indent="-342900">
              <a:spcAft>
                <a:spcPts val="1000"/>
              </a:spcAft>
              <a:buFont typeface="Arial" panose="020B0604020202020204" pitchFamily="34" charset="0"/>
              <a:buChar char="•"/>
            </a:pPr>
            <a:r>
              <a:rPr lang="en-US" dirty="0"/>
              <a:t>Synchronization point, threads wait until all threads arrive</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endParaRPr lang="en-US" dirty="0"/>
          </a:p>
          <a:p>
            <a:pPr>
              <a:spcAft>
                <a:spcPts val="1000"/>
              </a:spcAft>
            </a:pPr>
            <a:r>
              <a:rPr lang="en-US" dirty="0"/>
              <a:t>Master / single</a:t>
            </a:r>
          </a:p>
          <a:p>
            <a:pPr marL="800100" lvl="1" indent="-342900">
              <a:spcAft>
                <a:spcPts val="1000"/>
              </a:spcAft>
              <a:buFont typeface="Arial" panose="020B0604020202020204" pitchFamily="34" charset="0"/>
              <a:buChar char="•"/>
            </a:pPr>
            <a:r>
              <a:rPr lang="en-US" dirty="0"/>
              <a:t>Forces a single unique thread to execute a section</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FF2101B5-8F66-4F04-AC47-E00C52615222}"/>
              </a:ext>
            </a:extLst>
          </p:cNvPr>
          <p:cNvSpPr/>
          <p:nvPr/>
        </p:nvSpPr>
        <p:spPr>
          <a:xfrm>
            <a:off x="1271752" y="1463754"/>
            <a:ext cx="6835928" cy="110799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barrier</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do_many_other_things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0BA8A487-674B-4EB6-9AD2-76187350A845}"/>
              </a:ext>
            </a:extLst>
          </p:cNvPr>
          <p:cNvSpPr/>
          <p:nvPr/>
        </p:nvSpPr>
        <p:spPr>
          <a:xfrm>
            <a:off x="1271752" y="3649017"/>
            <a:ext cx="3406928" cy="14465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single              </a:t>
            </a:r>
          </a:p>
          <a:p>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exchange_boundaries</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 implicit synchronization</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do_many_other_things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
        <p:nvSpPr>
          <p:cNvPr id="13" name="Rectangle 12">
            <a:extLst>
              <a:ext uri="{FF2B5EF4-FFF2-40B4-BE49-F238E27FC236}">
                <a16:creationId xmlns:a16="http://schemas.microsoft.com/office/drawing/2014/main" id="{B98C23F0-D4B8-49D1-A106-B3835EC9D134}"/>
              </a:ext>
            </a:extLst>
          </p:cNvPr>
          <p:cNvSpPr/>
          <p:nvPr/>
        </p:nvSpPr>
        <p:spPr>
          <a:xfrm>
            <a:off x="5029555" y="3649017"/>
            <a:ext cx="3078125" cy="14465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master              </a:t>
            </a:r>
          </a:p>
          <a:p>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exchange_boundaries</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 no synchronization implied</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do_many_other_things</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9682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42296"/>
          </a:xfrm>
          <a:prstGeom prst="rect">
            <a:avLst/>
          </a:prstGeom>
          <a:noFill/>
        </p:spPr>
        <p:txBody>
          <a:bodyPr wrap="square" lIns="457200" tIns="182880" rIns="457200" bIns="0" rtlCol="0">
            <a:spAutoFit/>
          </a:bodyPr>
          <a:lstStyle/>
          <a:p>
            <a:pPr>
              <a:spcAft>
                <a:spcPts val="1000"/>
              </a:spcAft>
            </a:pPr>
            <a:r>
              <a:rPr lang="en-US" dirty="0"/>
              <a:t>Critical sections</a:t>
            </a:r>
          </a:p>
          <a:p>
            <a:pPr marL="800100" lvl="1" indent="-342900">
              <a:spcAft>
                <a:spcPts val="1000"/>
              </a:spcAft>
              <a:buFont typeface="Arial" panose="020B0604020202020204" pitchFamily="34" charset="0"/>
              <a:buChar char="•"/>
            </a:pPr>
            <a:r>
              <a:rPr lang="en-US" dirty="0"/>
              <a:t>Mutual exclusion: only one thread at a time can enter a critical section. All </a:t>
            </a:r>
            <a:r>
              <a:rPr lang="en-US" b="1" dirty="0"/>
              <a:t>unnamed</a:t>
            </a:r>
            <a:r>
              <a:rPr lang="en-US" dirty="0"/>
              <a:t> critical sections are </a:t>
            </a:r>
            <a:r>
              <a:rPr lang="en-US" b="1" dirty="0"/>
              <a:t>mutually</a:t>
            </a:r>
            <a:r>
              <a:rPr lang="en-US" dirty="0"/>
              <a:t> exclusive.</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Bef>
                <a:spcPts val="1000"/>
              </a:spcBef>
              <a:spcAft>
                <a:spcPts val="1000"/>
              </a:spcAft>
              <a:buFont typeface="Arial" panose="020B0604020202020204" pitchFamily="34" charset="0"/>
              <a:buChar char="•"/>
            </a:pPr>
            <a:r>
              <a:rPr lang="en-US" dirty="0"/>
              <a:t>Atomic: provides mutual exclusion (lower overhead, specific operations)</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Bef>
                <a:spcPts val="1000"/>
              </a:spcBef>
              <a:spcAft>
                <a:spcPts val="1000"/>
              </a:spcAft>
              <a:buFont typeface="Arial" panose="020B0604020202020204" pitchFamily="34" charset="0"/>
              <a:buChar char="•"/>
            </a:pPr>
            <a:r>
              <a:rPr lang="en-US" b="1" dirty="0"/>
              <a:t>Example</a:t>
            </a:r>
            <a:r>
              <a:rPr lang="en-US" dirty="0"/>
              <a:t>: </a:t>
            </a:r>
            <a:r>
              <a:rPr lang="en-US" dirty="0" err="1"/>
              <a:t>critical.c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646054A7-AD3C-4158-8F06-25CF2D2EE221}"/>
              </a:ext>
            </a:extLst>
          </p:cNvPr>
          <p:cNvSpPr/>
          <p:nvPr/>
        </p:nvSpPr>
        <p:spPr>
          <a:xfrm>
            <a:off x="1530832" y="1781254"/>
            <a:ext cx="6241568" cy="110799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counter = 0;</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a:t>
            </a:r>
            <a:r>
              <a:rPr lang="en-US" sz="1100" dirty="0" err="1">
                <a:latin typeface="Courier New" panose="02070309020205020404" pitchFamily="49" charset="0"/>
                <a:cs typeface="Courier New" panose="02070309020205020404" pitchFamily="49" charset="0"/>
              </a:rPr>
              <a:t>num_threads</a:t>
            </a:r>
            <a:r>
              <a:rPr lang="en-US" sz="1100" dirty="0">
                <a:latin typeface="Courier New" panose="02070309020205020404" pitchFamily="49" charset="0"/>
                <a:cs typeface="Courier New" panose="02070309020205020404" pitchFamily="49" charset="0"/>
              </a:rPr>
              <a:t>(1000)</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critical (</a:t>
            </a:r>
            <a:r>
              <a:rPr lang="en-US" sz="1100" dirty="0" err="1">
                <a:latin typeface="Courier New" panose="02070309020205020404" pitchFamily="49" charset="0"/>
                <a:cs typeface="Courier New" panose="02070309020205020404" pitchFamily="49" charset="0"/>
              </a:rPr>
              <a:t>counteraccess</a:t>
            </a:r>
            <a:r>
              <a:rPr lang="en-US" sz="1100" dirty="0">
                <a:latin typeface="Courier New" panose="02070309020205020404" pitchFamily="49" charset="0"/>
                <a:cs typeface="Courier New" panose="02070309020205020404" pitchFamily="49" charset="0"/>
              </a:rPr>
              <a:t>)  // name the critical</a:t>
            </a:r>
          </a:p>
          <a:p>
            <a:r>
              <a:rPr lang="en-US" sz="1100" dirty="0">
                <a:latin typeface="Courier New" panose="02070309020205020404" pitchFamily="49" charset="0"/>
                <a:cs typeface="Courier New" panose="02070309020205020404" pitchFamily="49" charset="0"/>
              </a:rPr>
              <a:t>  counter++;</a:t>
            </a:r>
          </a:p>
          <a:p>
            <a:r>
              <a:rPr lang="en-US" sz="1100" dirty="0">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61BA81DA-6BDA-4DAF-AAC7-B7BD60F75890}"/>
              </a:ext>
            </a:extLst>
          </p:cNvPr>
          <p:cNvSpPr/>
          <p:nvPr/>
        </p:nvSpPr>
        <p:spPr>
          <a:xfrm>
            <a:off x="1530832" y="3520252"/>
            <a:ext cx="6241568" cy="110799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counter = 0;</a:t>
            </a: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a:t>
            </a:r>
            <a:r>
              <a:rPr lang="en-US" sz="1100" dirty="0" err="1">
                <a:latin typeface="Courier New" panose="02070309020205020404" pitchFamily="49" charset="0"/>
                <a:cs typeface="Courier New" panose="02070309020205020404" pitchFamily="49" charset="0"/>
              </a:rPr>
              <a:t>num_threads</a:t>
            </a:r>
            <a:r>
              <a:rPr lang="en-US" sz="1100" dirty="0">
                <a:latin typeface="Courier New" panose="02070309020205020404" pitchFamily="49" charset="0"/>
                <a:cs typeface="Courier New" panose="02070309020205020404" pitchFamily="49" charset="0"/>
              </a:rPr>
              <a:t>(1000)</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atomic</a:t>
            </a:r>
          </a:p>
          <a:p>
            <a:r>
              <a:rPr lang="en-US" sz="1100" dirty="0">
                <a:latin typeface="Courier New" panose="02070309020205020404" pitchFamily="49" charset="0"/>
                <a:cs typeface="Courier New" panose="02070309020205020404" pitchFamily="49" charset="0"/>
              </a:rPr>
              <a:t>  counter++;</a:t>
            </a:r>
          </a:p>
          <a:p>
            <a:r>
              <a:rPr lang="en-US" sz="1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13391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514056"/>
          </a:xfrm>
          <a:prstGeom prst="rect">
            <a:avLst/>
          </a:prstGeom>
          <a:noFill/>
        </p:spPr>
        <p:txBody>
          <a:bodyPr wrap="square" lIns="457200" tIns="182880" rIns="457200" bIns="0" rtlCol="0">
            <a:spAutoFit/>
          </a:bodyPr>
          <a:lstStyle/>
          <a:p>
            <a:pPr>
              <a:spcAft>
                <a:spcPts val="1000"/>
              </a:spcAft>
            </a:pPr>
            <a:r>
              <a:rPr lang="en-US" dirty="0"/>
              <a:t>Forcing sequential execution</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a:spcAft>
                <a:spcPts val="1000"/>
              </a:spcAft>
            </a:pPr>
            <a:r>
              <a:rPr lang="en-US" dirty="0"/>
              <a:t>Locks</a:t>
            </a:r>
          </a:p>
          <a:p>
            <a:pPr>
              <a:spcAft>
                <a:spcPts val="1000"/>
              </a:spcAft>
            </a:pPr>
            <a:endParaRPr lang="en-US" dirty="0"/>
          </a:p>
          <a:p>
            <a:pPr>
              <a:spcAft>
                <a:spcPts val="1000"/>
              </a:spcAft>
            </a:pPr>
            <a:endParaRPr lang="en-US" dirty="0"/>
          </a:p>
          <a:p>
            <a:pPr>
              <a:spcAft>
                <a:spcPts val="1000"/>
              </a:spcAft>
            </a:pPr>
            <a:endParaRPr lang="en-US" dirty="0"/>
          </a:p>
          <a:p>
            <a:pPr>
              <a:spcAft>
                <a:spcPts val="1000"/>
              </a:spcAft>
            </a:pPr>
            <a:endParaRPr lang="en-US" dirty="0"/>
          </a:p>
          <a:p>
            <a:pPr>
              <a:spcAft>
                <a:spcPts val="1000"/>
              </a:spcAft>
            </a:pPr>
            <a:r>
              <a:rPr lang="en-US" b="1" dirty="0"/>
              <a:t>Example</a:t>
            </a:r>
            <a:r>
              <a:rPr lang="en-US" dirty="0"/>
              <a:t>: </a:t>
            </a:r>
            <a:r>
              <a:rPr lang="en-US" dirty="0" err="1"/>
              <a:t>performance.c</a:t>
            </a:r>
            <a:endParaRPr lang="en-US" b="1" dirty="0"/>
          </a:p>
          <a:p>
            <a:pPr>
              <a:spcAft>
                <a:spcPts val="1000"/>
              </a:spcAft>
            </a:pPr>
            <a:r>
              <a:rPr lang="en-US" b="1" dirty="0"/>
              <a:t>Exercise</a:t>
            </a:r>
            <a:r>
              <a:rPr lang="en-US" dirty="0"/>
              <a:t>: compare the performance of critical, atomic, and locks (</a:t>
            </a:r>
            <a:r>
              <a:rPr lang="en-US" dirty="0" err="1"/>
              <a:t>openMP</a:t>
            </a:r>
            <a:r>
              <a:rPr lang="en-US" dirty="0"/>
              <a:t> vs threads)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19F0BC20-57A5-4267-9D83-BB0A547151E5}"/>
              </a:ext>
            </a:extLst>
          </p:cNvPr>
          <p:cNvSpPr/>
          <p:nvPr/>
        </p:nvSpPr>
        <p:spPr>
          <a:xfrm>
            <a:off x="1604918" y="1002186"/>
            <a:ext cx="5496922" cy="9387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 for ordered</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ordered</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printf</a:t>
            </a:r>
            <a:r>
              <a:rPr lang="en-US" sz="1100" dirty="0">
                <a:latin typeface="Courier New" panose="02070309020205020404" pitchFamily="49" charset="0"/>
                <a:cs typeface="Courier New" panose="02070309020205020404" pitchFamily="49" charset="0"/>
              </a:rPr>
              <a:t>(“Thread %d\n”, </a:t>
            </a:r>
            <a:r>
              <a:rPr lang="en-US" sz="1100" dirty="0" err="1">
                <a:latin typeface="Courier New" panose="02070309020205020404" pitchFamily="49" charset="0"/>
                <a:cs typeface="Courier New" panose="02070309020205020404" pitchFamily="49" charset="0"/>
              </a:rPr>
              <a:t>omp_get_thread_num</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p:txBody>
      </p:sp>
      <p:sp>
        <p:nvSpPr>
          <p:cNvPr id="12" name="Rectangle 11">
            <a:extLst>
              <a:ext uri="{FF2B5EF4-FFF2-40B4-BE49-F238E27FC236}">
                <a16:creationId xmlns:a16="http://schemas.microsoft.com/office/drawing/2014/main" id="{0CEA13F3-7722-4D1B-9632-FED1D760B67F}"/>
              </a:ext>
            </a:extLst>
          </p:cNvPr>
          <p:cNvSpPr/>
          <p:nvPr/>
        </p:nvSpPr>
        <p:spPr>
          <a:xfrm>
            <a:off x="1604918" y="2151442"/>
            <a:ext cx="5496922" cy="19543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err="1">
                <a:latin typeface="Courier New" panose="02070309020205020404" pitchFamily="49" charset="0"/>
                <a:cs typeface="Courier New" panose="02070309020205020404" pitchFamily="49" charset="0"/>
              </a:rPr>
              <a:t>omp_lock_t</a:t>
            </a:r>
            <a:r>
              <a:rPr lang="en-US" sz="1100" dirty="0">
                <a:latin typeface="Courier New" panose="02070309020205020404" pitchFamily="49" charset="0"/>
                <a:cs typeface="Courier New" panose="02070309020205020404" pitchFamily="49" charset="0"/>
              </a:rPr>
              <a:t> lock;</a:t>
            </a:r>
          </a:p>
          <a:p>
            <a:r>
              <a:rPr lang="en-US" sz="1100" dirty="0" err="1">
                <a:latin typeface="Courier New" panose="02070309020205020404" pitchFamily="49" charset="0"/>
                <a:cs typeface="Courier New" panose="02070309020205020404" pitchFamily="49" charset="0"/>
              </a:rPr>
              <a:t>omp_init_lock</a:t>
            </a:r>
            <a:r>
              <a:rPr lang="en-US" sz="1100" dirty="0">
                <a:latin typeface="Courier New" panose="02070309020205020404" pitchFamily="49" charset="0"/>
                <a:cs typeface="Courier New" panose="02070309020205020404" pitchFamily="49" charset="0"/>
              </a:rPr>
              <a:t>(&amp;lock);</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latin typeface="Courier New" panose="02070309020205020404" pitchFamily="49" charset="0"/>
                <a:cs typeface="Courier New" panose="02070309020205020404" pitchFamily="49" charset="0"/>
              </a:rPr>
              <a:t> parallel</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omp_set_lock</a:t>
            </a:r>
            <a:r>
              <a:rPr lang="en-US" sz="1100" dirty="0">
                <a:latin typeface="Courier New" panose="02070309020205020404" pitchFamily="49" charset="0"/>
                <a:cs typeface="Courier New" panose="02070309020205020404" pitchFamily="49" charset="0"/>
              </a:rPr>
              <a:t>(&amp;lock);</a:t>
            </a:r>
          </a:p>
          <a:p>
            <a:r>
              <a:rPr lang="en-US" sz="1100" dirty="0">
                <a:latin typeface="Courier New" panose="02070309020205020404" pitchFamily="49" charset="0"/>
                <a:cs typeface="Courier New" panose="02070309020205020404" pitchFamily="49" charset="0"/>
              </a:rPr>
              <a:t>  ... // critical section</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omp_unset_lock</a:t>
            </a:r>
            <a:r>
              <a:rPr lang="en-US" sz="1100" dirty="0">
                <a:latin typeface="Courier New" panose="02070309020205020404" pitchFamily="49" charset="0"/>
                <a:cs typeface="Courier New" panose="02070309020205020404" pitchFamily="49" charset="0"/>
              </a:rPr>
              <a:t>(&amp;lock);</a:t>
            </a:r>
          </a:p>
          <a:p>
            <a:r>
              <a:rPr lang="en-US" sz="1100" dirty="0">
                <a:latin typeface="Courier New" panose="02070309020205020404" pitchFamily="49" charset="0"/>
                <a:cs typeface="Courier New" panose="02070309020205020404" pitchFamily="49" charset="0"/>
              </a:rPr>
              <a:t>}</a:t>
            </a:r>
          </a:p>
          <a:p>
            <a:endParaRPr lang="en-US" sz="1100" dirty="0">
              <a:latin typeface="Courier New" panose="02070309020205020404" pitchFamily="49" charset="0"/>
              <a:cs typeface="Courier New" panose="02070309020205020404" pitchFamily="49" charset="0"/>
            </a:endParaRPr>
          </a:p>
          <a:p>
            <a:r>
              <a:rPr lang="en-US" sz="1100" dirty="0" err="1">
                <a:latin typeface="Courier New" panose="02070309020205020404" pitchFamily="49" charset="0"/>
                <a:cs typeface="Courier New" panose="02070309020205020404" pitchFamily="49" charset="0"/>
              </a:rPr>
              <a:t>omp_destroy_lock</a:t>
            </a:r>
            <a:r>
              <a:rPr lang="en-US" sz="1100" dirty="0">
                <a:latin typeface="Courier New" panose="02070309020205020404" pitchFamily="49" charset="0"/>
                <a:cs typeface="Courier New" panose="02070309020205020404" pitchFamily="49" charset="0"/>
              </a:rPr>
              <a:t>(&amp;lock); </a:t>
            </a:r>
          </a:p>
        </p:txBody>
      </p:sp>
    </p:spTree>
    <p:extLst>
      <p:ext uri="{BB962C8B-B14F-4D97-AF65-F5344CB8AC3E}">
        <p14:creationId xmlns:p14="http://schemas.microsoft.com/office/powerpoint/2010/main" val="2907874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866904"/>
          </a:xfrm>
          <a:prstGeom prst="rect">
            <a:avLst/>
          </a:prstGeom>
          <a:noFill/>
        </p:spPr>
        <p:txBody>
          <a:bodyPr wrap="square" lIns="457200" tIns="182880" rIns="457200" bIns="0" rtlCol="0">
            <a:spAutoFit/>
          </a:bodyPr>
          <a:lstStyle/>
          <a:p>
            <a:pPr>
              <a:spcAft>
                <a:spcPts val="1000"/>
              </a:spcAft>
            </a:pPr>
            <a:r>
              <a:rPr lang="en-US" sz="1800" dirty="0"/>
              <a:t>OpenMP directives and clauses (</a:t>
            </a:r>
            <a:r>
              <a:rPr lang="en-US" sz="1800" dirty="0">
                <a:hlinkClick r:id="rId3"/>
              </a:rPr>
              <a:t>Reference guide</a:t>
            </a:r>
            <a:r>
              <a:rPr lang="en-US" sz="1800" dirty="0"/>
              <a:t>)</a:t>
            </a:r>
            <a:endParaRPr lang="en-US" dirty="0"/>
          </a:p>
          <a:p>
            <a:pPr marL="800100" lvl="1" indent="-342900">
              <a:spcAft>
                <a:spcPts val="1000"/>
              </a:spcAft>
              <a:buFont typeface="Arial" panose="020B0604020202020204" pitchFamily="34" charset="0"/>
              <a:buChar char="•"/>
            </a:pP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4">
            <a:alphaModFix/>
          </a:blip>
          <a:stretch>
            <a:fillRect/>
          </a:stretch>
        </p:blipFill>
        <p:spPr>
          <a:xfrm>
            <a:off x="3511244" y="91440"/>
            <a:ext cx="2121513" cy="274320"/>
          </a:xfrm>
          <a:prstGeom prst="rect">
            <a:avLst/>
          </a:prstGeom>
        </p:spPr>
      </p:pic>
      <p:pic>
        <p:nvPicPr>
          <p:cNvPr id="3" name="Picture 2">
            <a:extLst>
              <a:ext uri="{FF2B5EF4-FFF2-40B4-BE49-F238E27FC236}">
                <a16:creationId xmlns:a16="http://schemas.microsoft.com/office/drawing/2014/main" id="{26596B4A-A7D4-4D33-852D-210BC883BEC4}"/>
              </a:ext>
            </a:extLst>
          </p:cNvPr>
          <p:cNvPicPr>
            <a:picLocks noChangeAspect="1"/>
          </p:cNvPicPr>
          <p:nvPr/>
        </p:nvPicPr>
        <p:blipFill>
          <a:blip r:embed="rId5"/>
          <a:stretch>
            <a:fillRect/>
          </a:stretch>
        </p:blipFill>
        <p:spPr>
          <a:xfrm>
            <a:off x="1918579" y="1141286"/>
            <a:ext cx="5168021" cy="3572253"/>
          </a:xfrm>
          <a:prstGeom prst="rect">
            <a:avLst/>
          </a:prstGeom>
        </p:spPr>
      </p:pic>
    </p:spTree>
    <p:extLst>
      <p:ext uri="{BB962C8B-B14F-4D97-AF65-F5344CB8AC3E}">
        <p14:creationId xmlns:p14="http://schemas.microsoft.com/office/powerpoint/2010/main" val="320148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7995529" y="43934"/>
            <a:ext cx="1027845" cy="369332"/>
          </a:xfrm>
          <a:prstGeom prst="rect">
            <a:avLst/>
          </a:prstGeom>
          <a:noFill/>
        </p:spPr>
        <p:txBody>
          <a:bodyPr wrap="none" rtlCol="0">
            <a:spAutoFit/>
          </a:bodyPr>
          <a:lstStyle/>
          <a:p>
            <a:pPr algn="r"/>
            <a:r>
              <a:rPr lang="en-US" b="1" dirty="0"/>
              <a:t>OpenMP</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082621"/>
          </a:xfrm>
          <a:prstGeom prst="rect">
            <a:avLst/>
          </a:prstGeom>
          <a:noFill/>
        </p:spPr>
        <p:txBody>
          <a:bodyPr wrap="square" lIns="457200" tIns="182880" rIns="457200" bIns="0" rtlCol="0">
            <a:spAutoFit/>
          </a:bodyPr>
          <a:lstStyle/>
          <a:p>
            <a:pPr>
              <a:spcAft>
                <a:spcPts val="1000"/>
              </a:spcAft>
            </a:pPr>
            <a:r>
              <a:rPr lang="en-US" dirty="0"/>
              <a:t>Matrix multiplication</a:t>
            </a:r>
          </a:p>
          <a:p>
            <a:pPr marL="742950" lvl="1" indent="-285750">
              <a:spcAft>
                <a:spcPts val="1000"/>
              </a:spcAft>
              <a:buFont typeface="Arial" panose="020B0604020202020204" pitchFamily="34" charset="0"/>
              <a:buChar char="•"/>
            </a:pPr>
            <a:r>
              <a:rPr lang="en-US" dirty="0"/>
              <a:t>Computational complexity O(n^3) </a:t>
            </a:r>
          </a:p>
          <a:p>
            <a:pPr marL="742950" lvl="1" indent="-285750">
              <a:spcAft>
                <a:spcPts val="1000"/>
              </a:spcAft>
              <a:buFont typeface="Arial" panose="020B0604020202020204" pitchFamily="34" charset="0"/>
              <a:buChar char="•"/>
            </a:pPr>
            <a:r>
              <a:rPr lang="en-US" dirty="0"/>
              <a:t>Identify opportunities for parallelization</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19F0BC20-57A5-4267-9D83-BB0A547151E5}"/>
              </a:ext>
            </a:extLst>
          </p:cNvPr>
          <p:cNvSpPr/>
          <p:nvPr/>
        </p:nvSpPr>
        <p:spPr>
          <a:xfrm>
            <a:off x="1823539" y="2131992"/>
            <a:ext cx="5496922"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for(int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 0;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&lt; size;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for(int j = 0; j &lt; size; </a:t>
            </a:r>
            <a:r>
              <a:rPr lang="en-US" sz="1100" dirty="0" err="1">
                <a:latin typeface="Courier New" panose="02070309020205020404" pitchFamily="49" charset="0"/>
                <a:cs typeface="Courier New" panose="02070309020205020404" pitchFamily="49" charset="0"/>
              </a:rPr>
              <a:t>j++</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double </a:t>
            </a:r>
            <a:r>
              <a:rPr lang="en-US" sz="1100" dirty="0" err="1">
                <a:latin typeface="Courier New" panose="02070309020205020404" pitchFamily="49" charset="0"/>
                <a:cs typeface="Courier New" panose="02070309020205020404" pitchFamily="49" charset="0"/>
              </a:rPr>
              <a:t>tmp</a:t>
            </a:r>
            <a:r>
              <a:rPr lang="en-US" sz="1100" dirty="0">
                <a:latin typeface="Courier New" panose="02070309020205020404" pitchFamily="49" charset="0"/>
                <a:cs typeface="Courier New" panose="02070309020205020404" pitchFamily="49" charset="0"/>
              </a:rPr>
              <a:t> = 0.0;</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for(int k = 0; k &lt; size; k++)</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tmp</a:t>
            </a:r>
            <a:r>
              <a:rPr lang="en-US" sz="1100" dirty="0">
                <a:latin typeface="Courier New" panose="02070309020205020404" pitchFamily="49" charset="0"/>
                <a:cs typeface="Courier New" panose="02070309020205020404" pitchFamily="49" charset="0"/>
              </a:rPr>
              <a:t> += a[</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*size + k] * b[k*size + j];</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c[</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*size + j] = </a:t>
            </a:r>
            <a:r>
              <a:rPr lang="en-US" sz="1100" dirty="0" err="1">
                <a:latin typeface="Courier New" panose="02070309020205020404" pitchFamily="49" charset="0"/>
                <a:cs typeface="Courier New" panose="02070309020205020404" pitchFamily="49" charset="0"/>
              </a:rPr>
              <a:t>tmp</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45D4A522-7D6F-C076-5F99-7E2878E5C506}"/>
              </a:ext>
            </a:extLst>
          </p:cNvPr>
          <p:cNvSpPr txBox="1"/>
          <p:nvPr/>
        </p:nvSpPr>
        <p:spPr>
          <a:xfrm>
            <a:off x="411480" y="4501634"/>
            <a:ext cx="4614672" cy="369332"/>
          </a:xfrm>
          <a:prstGeom prst="rect">
            <a:avLst/>
          </a:prstGeom>
          <a:noFill/>
        </p:spPr>
        <p:txBody>
          <a:bodyPr wrap="square">
            <a:spAutoFit/>
          </a:bodyPr>
          <a:lstStyle/>
          <a:p>
            <a:pPr marL="800100" lvl="1" indent="-342900">
              <a:spcBef>
                <a:spcPts val="1000"/>
              </a:spcBef>
              <a:spcAft>
                <a:spcPts val="1000"/>
              </a:spcAft>
              <a:buFont typeface="Arial" panose="020B0604020202020204" pitchFamily="34" charset="0"/>
              <a:buChar char="•"/>
            </a:pPr>
            <a:r>
              <a:rPr lang="en-US" b="1" dirty="0"/>
              <a:t>Example</a:t>
            </a:r>
            <a:r>
              <a:rPr lang="en-US" dirty="0"/>
              <a:t>: </a:t>
            </a:r>
            <a:r>
              <a:rPr lang="en-US" dirty="0" err="1"/>
              <a:t>matrixmultiplication.c</a:t>
            </a:r>
            <a:endParaRPr lang="en-US" dirty="0"/>
          </a:p>
        </p:txBody>
      </p:sp>
    </p:spTree>
    <p:extLst>
      <p:ext uri="{BB962C8B-B14F-4D97-AF65-F5344CB8AC3E}">
        <p14:creationId xmlns:p14="http://schemas.microsoft.com/office/powerpoint/2010/main" val="1914436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defRPr/>
            </a:pPr>
            <a:r>
              <a:rPr lang="en-US" dirty="0">
                <a:solidFill>
                  <a:schemeClr val="bg1"/>
                </a:solidFill>
                <a:latin typeface="+mj-lt"/>
                <a:ea typeface="+mn-ea"/>
              </a:rPr>
              <a:t>OpenMP</a:t>
            </a:r>
          </a:p>
        </p:txBody>
      </p:sp>
      <p:sp>
        <p:nvSpPr>
          <p:cNvPr id="2" name="TextBox 1">
            <a:extLst>
              <a:ext uri="{FF2B5EF4-FFF2-40B4-BE49-F238E27FC236}">
                <a16:creationId xmlns:a16="http://schemas.microsoft.com/office/drawing/2014/main" id="{0D1FECE5-4D6B-49DE-9441-EFA9D6C573F0}"/>
              </a:ext>
            </a:extLst>
          </p:cNvPr>
          <p:cNvSpPr txBox="1"/>
          <p:nvPr/>
        </p:nvSpPr>
        <p:spPr>
          <a:xfrm>
            <a:off x="4783204" y="3468349"/>
            <a:ext cx="4019818" cy="1446550"/>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p:txBody>
      </p:sp>
    </p:spTree>
    <p:extLst>
      <p:ext uri="{BB962C8B-B14F-4D97-AF65-F5344CB8AC3E}">
        <p14:creationId xmlns:p14="http://schemas.microsoft.com/office/powerpoint/2010/main" val="3347292253"/>
      </p:ext>
    </p:extLst>
  </p:cSld>
  <p:clrMapOvr>
    <a:masterClrMapping/>
  </p:clrMapOvr>
</p:sld>
</file>

<file path=ppt/theme/theme1.xml><?xml version="1.0" encoding="utf-8"?>
<a:theme xmlns:a="http://schemas.openxmlformats.org/drawingml/2006/main" name="VCU Egr Gold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CU Egr Grey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VCU Egr Gold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VCU Egr Grey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757</TotalTime>
  <Words>2095</Words>
  <Application>Microsoft Office PowerPoint</Application>
  <PresentationFormat>On-screen Show (16:9)</PresentationFormat>
  <Paragraphs>376</Paragraphs>
  <Slides>22</Slides>
  <Notes>20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22</vt:i4>
      </vt:variant>
    </vt:vector>
  </HeadingPairs>
  <TitlesOfParts>
    <vt:vector size="30" baseType="lpstr">
      <vt:lpstr>Arial</vt:lpstr>
      <vt:lpstr>Calibri</vt:lpstr>
      <vt:lpstr>Consolas</vt:lpstr>
      <vt:lpstr>Courier New</vt:lpstr>
      <vt:lpstr>VCU Egr Gold </vt:lpstr>
      <vt:lpstr>VCU Egr Grey </vt:lpstr>
      <vt:lpstr>VCU Egr Gold Angle </vt:lpstr>
      <vt:lpstr>VCU Egr Grey Angle </vt:lpstr>
      <vt:lpstr>CMSC 603 High-Performance Distributed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CMSC 603 High-Performance Distributed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603</dc:title>
  <dc:creator>Alberto Cano</dc:creator>
  <cp:lastModifiedBy>Preetam Ghosh</cp:lastModifiedBy>
  <cp:revision>270</cp:revision>
  <dcterms:created xsi:type="dcterms:W3CDTF">2016-04-01T17:42:41Z</dcterms:created>
  <dcterms:modified xsi:type="dcterms:W3CDTF">2025-09-03T05:46:04Z</dcterms:modified>
</cp:coreProperties>
</file>